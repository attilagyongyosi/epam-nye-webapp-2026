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BCB"/>
          </a:solidFill>
        </a:fill>
      </a:tcStyle>
    </a:wholeTbl>
    <a:band2H>
      <a:tcTxStyle b="def" i="def"/>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E8CA"/>
          </a:solidFill>
        </a:fill>
      </a:tcStyle>
    </a:wholeTbl>
    <a:band2H>
      <a:tcTxStyle b="def" i="def"/>
      <a:tcStyle>
        <a:tcBdr/>
        <a:fill>
          <a:solidFill>
            <a:srgbClr val="FFF4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E9F0"/>
          </a:solidFill>
        </a:fill>
      </a:tcStyle>
    </a:wholeTbl>
    <a:band2H>
      <a:tcTxStyle b="def" i="def"/>
      <a:tcStyle>
        <a:tcBdr/>
        <a:fill>
          <a:solidFill>
            <a:srgbClr val="E7F4F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chemeClr val="accent1"/>
        </a:fontRef>
        <a:schemeClr val="accent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chemeClr val="accent1"/>
        </a:fontRef>
        <a:schemeClr val="accent1"/>
      </a:tcTxStyle>
      <a:tcStyle>
        <a:tcBdr>
          <a:left>
            <a:ln w="12700" cap="flat">
              <a:noFill/>
              <a:miter lim="400000"/>
            </a:ln>
          </a:left>
          <a:right>
            <a:ln w="12700" cap="flat">
              <a:noFill/>
              <a:miter lim="400000"/>
            </a:ln>
          </a:right>
          <a:top>
            <a:ln w="50800" cap="flat">
              <a:solidFill>
                <a:schemeClr val="accent1"/>
              </a:solidFill>
              <a:prstDash val="solid"/>
              <a:round/>
            </a:ln>
          </a:top>
          <a:bottom>
            <a:ln w="25400" cap="flat">
              <a:solidFill>
                <a:schemeClr val="accent1"/>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chemeClr val="accent1"/>
              </a:solidFill>
              <a:prstDash val="solid"/>
              <a:round/>
            </a:ln>
          </a:top>
          <a:bottom>
            <a:ln w="25400" cap="flat">
              <a:solidFill>
                <a:schemeClr val="accent1"/>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chemeClr val="accent1"/>
        </a:fontRef>
        <a:schemeClr val="accent1"/>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BCB"/>
          </a:solidFill>
        </a:fill>
      </a:tcStyle>
    </a:wholeTbl>
    <a:band2H>
      <a:tcTxStyle b="def" i="def"/>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2708684C-4D16-4618-839F-0558EEFCDFE6}" styleName="">
    <a:tblBg/>
    <a:wholeTbl>
      <a:tcTxStyle b="off"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alpha val="20000"/>
            </a:schemeClr>
          </a:solidFill>
        </a:fill>
      </a:tcStyle>
    </a:wholeTbl>
    <a:band2H>
      <a:tcTxStyle b="def" i="def"/>
      <a:tcStyle>
        <a:tcBdr/>
        <a:fill>
          <a:solidFill>
            <a:srgbClr val="FFFFFF"/>
          </a:solidFill>
        </a:fill>
      </a:tcStyle>
    </a:band2H>
    <a:firstCol>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alpha val="20000"/>
            </a:schemeClr>
          </a:solidFill>
        </a:fill>
      </a:tcStyle>
    </a:firstCol>
    <a:la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508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noFill/>
        </a:fill>
      </a:tcStyle>
    </a:lastRow>
    <a:firstRow>
      <a:tcTxStyle b="on" i="off">
        <a:fontRef idx="min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254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736" name="Shape 736"/>
          <p:cNvSpPr/>
          <p:nvPr>
            <p:ph type="sldImg"/>
          </p:nvPr>
        </p:nvSpPr>
        <p:spPr>
          <a:xfrm>
            <a:off x="1143000" y="685800"/>
            <a:ext cx="4572000" cy="3429000"/>
          </a:xfrm>
          <a:prstGeom prst="rect">
            <a:avLst/>
          </a:prstGeom>
        </p:spPr>
        <p:txBody>
          <a:bodyPr/>
          <a:lstStyle/>
          <a:p>
            <a:pPr/>
          </a:p>
        </p:txBody>
      </p:sp>
      <p:sp>
        <p:nvSpPr>
          <p:cNvPr id="737" name="Shape 73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hyperlink" Target="https://epa.ms/stories" TargetMode="External"/></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png"/></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ver-Black">
    <p:spTree>
      <p:nvGrpSpPr>
        <p:cNvPr id="1" name=""/>
        <p:cNvGrpSpPr/>
        <p:nvPr/>
      </p:nvGrpSpPr>
      <p:grpSpPr>
        <a:xfrm>
          <a:off x="0" y="0"/>
          <a:ext cx="0" cy="0"/>
          <a:chOff x="0" y="0"/>
          <a:chExt cx="0" cy="0"/>
        </a:xfrm>
      </p:grpSpPr>
      <p:pic>
        <p:nvPicPr>
          <p:cNvPr id="13"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14"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15" name="Slide Number"/>
          <p:cNvSpPr txBox="1"/>
          <p:nvPr>
            <p:ph type="sldNum" sz="quarter" idx="2"/>
          </p:nvPr>
        </p:nvSpPr>
        <p:spPr>
          <a:prstGeom prst="rect">
            <a:avLst/>
          </a:prstGeom>
        </p:spPr>
        <p:txBody>
          <a:bodyPr/>
          <a:lstStyle/>
          <a:p>
            <a:pPr/>
            <a:fld id="{86CB4B4D-7CA3-9044-876B-883B54F8677D}" type="slidenum"/>
          </a:p>
        </p:txBody>
      </p:sp>
      <p:sp>
        <p:nvSpPr>
          <p:cNvPr id="16" name="Rectangle 8"/>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17" name="Body Level One…"/>
          <p:cNvSpPr txBox="1"/>
          <p:nvPr>
            <p:ph type="body" sz="quarter" idx="1" hasCustomPrompt="1"/>
          </p:nvPr>
        </p:nvSpPr>
        <p:spPr>
          <a:xfrm>
            <a:off x="468775" y="4663440"/>
            <a:ext cx="6489701" cy="369333"/>
          </a:xfrm>
          <a:prstGeom prst="rect">
            <a:avLst/>
          </a:prstGeom>
        </p:spPr>
        <p:txBody>
          <a:bodyPr>
            <a:normAutofit fontScale="100000" lnSpcReduction="0"/>
          </a:bodyPr>
          <a:lstStyle>
            <a:lvl1pPr>
              <a:lnSpc>
                <a:spcPct val="100000"/>
              </a:lnSpc>
              <a:spcBef>
                <a:spcPts val="0"/>
              </a:spcBef>
              <a:defRPr sz="2400">
                <a:solidFill>
                  <a:srgbClr val="FFFFFF"/>
                </a:solidFill>
                <a:latin typeface="Calibri Light"/>
                <a:ea typeface="Calibri Light"/>
                <a:cs typeface="Calibri Light"/>
                <a:sym typeface="Calibri Light"/>
              </a:defRPr>
            </a:lvl1pPr>
            <a:lvl2pPr marL="0" indent="0">
              <a:lnSpc>
                <a:spcPct val="100000"/>
              </a:lnSpc>
              <a:spcBef>
                <a:spcPts val="0"/>
              </a:spcBef>
              <a:buSzTx/>
              <a:buNone/>
              <a:defRPr sz="2400">
                <a:solidFill>
                  <a:srgbClr val="FFFFFF"/>
                </a:solidFill>
                <a:latin typeface="Calibri Light"/>
                <a:ea typeface="Calibri Light"/>
                <a:cs typeface="Calibri Light"/>
                <a:sym typeface="Calibri Light"/>
              </a:defRPr>
            </a:lvl2pPr>
            <a:lvl3pPr marL="548639" indent="-365759">
              <a:lnSpc>
                <a:spcPct val="100000"/>
              </a:lnSpc>
              <a:spcBef>
                <a:spcPts val="0"/>
              </a:spcBef>
              <a:defRPr sz="2400">
                <a:solidFill>
                  <a:srgbClr val="FFFFFF"/>
                </a:solidFill>
                <a:latin typeface="Calibri Light"/>
                <a:ea typeface="Calibri Light"/>
                <a:cs typeface="Calibri Light"/>
                <a:sym typeface="Calibri Light"/>
              </a:defRPr>
            </a:lvl3pPr>
            <a:lvl4pPr marL="1828800" indent="-457200">
              <a:lnSpc>
                <a:spcPct val="100000"/>
              </a:lnSpc>
              <a:spcBef>
                <a:spcPts val="0"/>
              </a:spcBef>
              <a:defRPr sz="2400">
                <a:solidFill>
                  <a:srgbClr val="FFFFFF"/>
                </a:solidFill>
                <a:latin typeface="Calibri Light"/>
                <a:ea typeface="Calibri Light"/>
                <a:cs typeface="Calibri Light"/>
                <a:sym typeface="Calibri Light"/>
              </a:defRPr>
            </a:lvl4pPr>
            <a:lvl5pPr marL="2286000" indent="-457200">
              <a:lnSpc>
                <a:spcPct val="100000"/>
              </a:lnSpc>
              <a:spcBef>
                <a:spcPts val="0"/>
              </a:spcBef>
              <a:defRPr sz="2400">
                <a:solidFill>
                  <a:srgbClr val="FFFFFF"/>
                </a:solidFill>
                <a:latin typeface="Calibri Light"/>
                <a:ea typeface="Calibri Light"/>
                <a:cs typeface="Calibri Light"/>
                <a:sym typeface="Calibri Light"/>
              </a:defRPr>
            </a:lvl5pPr>
          </a:lstStyle>
          <a:p>
            <a:pPr/>
            <a:r>
              <a:t>Sub-description text goes here over one or two lines</a:t>
            </a:r>
          </a:p>
          <a:p>
            <a:pPr lvl="1"/>
            <a:r>
              <a:t/>
            </a:r>
          </a:p>
          <a:p>
            <a:pPr lvl="2"/>
            <a:r>
              <a:t/>
            </a:r>
          </a:p>
          <a:p>
            <a:pPr lvl="3"/>
            <a:r>
              <a:t/>
            </a:r>
          </a:p>
          <a:p>
            <a:pPr lvl="4"/>
            <a:r>
              <a:t/>
            </a:r>
          </a:p>
        </p:txBody>
      </p:sp>
      <p:sp>
        <p:nvSpPr>
          <p:cNvPr id="18" name="Text Placeholder 4"/>
          <p:cNvSpPr/>
          <p:nvPr>
            <p:ph type="body" sz="quarter" idx="21" hasCustomPrompt="1"/>
          </p:nvPr>
        </p:nvSpPr>
        <p:spPr>
          <a:xfrm>
            <a:off x="468775" y="5245389"/>
            <a:ext cx="6489701" cy="215445"/>
          </a:xfrm>
          <a:prstGeom prst="rect">
            <a:avLst/>
          </a:prstGeom>
        </p:spPr>
        <p:txBody>
          <a:bodyPr>
            <a:normAutofit fontScale="100000" lnSpcReduction="0"/>
          </a:bodyPr>
          <a:lstStyle>
            <a:lvl1pPr>
              <a:lnSpc>
                <a:spcPct val="100000"/>
              </a:lnSpc>
              <a:spcBef>
                <a:spcPts val="0"/>
              </a:spcBef>
              <a:defRPr spc="300">
                <a:solidFill>
                  <a:srgbClr val="F6F6F6"/>
                </a:solidFill>
              </a:defRPr>
            </a:lvl1pPr>
          </a:lstStyle>
          <a:p>
            <a:pPr/>
            <a:r>
              <a:t>JANUARY 2022</a:t>
            </a:r>
          </a:p>
        </p:txBody>
      </p:sp>
      <p:pic>
        <p:nvPicPr>
          <p:cNvPr id="19" name="Graphic 1" descr="Graphic 1"/>
          <p:cNvPicPr>
            <a:picLocks noChangeAspect="1"/>
          </p:cNvPicPr>
          <p:nvPr/>
        </p:nvPicPr>
        <p:blipFill>
          <a:blip r:embed="rId3">
            <a:extLst/>
          </a:blip>
          <a:stretch>
            <a:fillRect/>
          </a:stretch>
        </p:blipFill>
        <p:spPr>
          <a:xfrm>
            <a:off x="468775" y="610099"/>
            <a:ext cx="1070466" cy="377256"/>
          </a:xfrm>
          <a:prstGeom prst="rect">
            <a:avLst/>
          </a:prstGeom>
          <a:ln w="12700">
            <a:miter lim="400000"/>
          </a:ln>
        </p:spPr>
      </p:pic>
      <p:sp>
        <p:nvSpPr>
          <p:cNvPr id="20" name="Title Text"/>
          <p:cNvSpPr txBox="1"/>
          <p:nvPr>
            <p:ph type="title"/>
          </p:nvPr>
        </p:nvSpPr>
        <p:spPr>
          <a:xfrm>
            <a:off x="466165" y="1965960"/>
            <a:ext cx="5764213" cy="1846660"/>
          </a:xfrm>
          <a:prstGeom prst="rect">
            <a:avLst/>
          </a:prstGeom>
        </p:spPr>
        <p:txBody>
          <a:bodyPr/>
          <a:lstStyle>
            <a:lvl1pPr>
              <a:defRPr b="0" sz="6000">
                <a:solidFill>
                  <a:srgbClr val="FFFFFF"/>
                </a:solidFill>
                <a:latin typeface="Calibri Light"/>
                <a:ea typeface="Calibri Light"/>
                <a:cs typeface="Calibri Light"/>
                <a:sym typeface="Calibri Light"/>
              </a:defRPr>
            </a:lvl1pPr>
          </a:lstStyle>
          <a:p>
            <a:pPr/>
            <a:r>
              <a:t>Title Text</a:t>
            </a:r>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ver-1/2">
    <p:spTree>
      <p:nvGrpSpPr>
        <p:cNvPr id="1" name=""/>
        <p:cNvGrpSpPr/>
        <p:nvPr/>
      </p:nvGrpSpPr>
      <p:grpSpPr>
        <a:xfrm>
          <a:off x="0" y="0"/>
          <a:ext cx="0" cy="0"/>
          <a:chOff x="0" y="0"/>
          <a:chExt cx="0" cy="0"/>
        </a:xfrm>
      </p:grpSpPr>
      <p:sp>
        <p:nvSpPr>
          <p:cNvPr id="27" name="Slide Number"/>
          <p:cNvSpPr txBox="1"/>
          <p:nvPr>
            <p:ph type="sldNum" sz="quarter" idx="2"/>
          </p:nvPr>
        </p:nvSpPr>
        <p:spPr>
          <a:prstGeom prst="rect">
            <a:avLst/>
          </a:prstGeom>
        </p:spPr>
        <p:txBody>
          <a:bodyPr/>
          <a:lstStyle/>
          <a:p>
            <a:pPr/>
            <a:fld id="{86CB4B4D-7CA3-9044-876B-883B54F8677D}" type="slidenum"/>
          </a:p>
        </p:txBody>
      </p:sp>
      <p:sp>
        <p:nvSpPr>
          <p:cNvPr id="28" name="Rectangle 8"/>
          <p:cNvSpPr/>
          <p:nvPr/>
        </p:nvSpPr>
        <p:spPr>
          <a:xfrm>
            <a:off x="0" y="0"/>
            <a:ext cx="6096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29" name="Body Level One…"/>
          <p:cNvSpPr txBox="1"/>
          <p:nvPr>
            <p:ph type="body" sz="quarter" idx="1" hasCustomPrompt="1"/>
          </p:nvPr>
        </p:nvSpPr>
        <p:spPr>
          <a:xfrm>
            <a:off x="468775" y="4663440"/>
            <a:ext cx="5519276" cy="277000"/>
          </a:xfrm>
          <a:prstGeom prst="rect">
            <a:avLst/>
          </a:prstGeom>
        </p:spPr>
        <p:txBody>
          <a:bodyPr>
            <a:normAutofit fontScale="100000" lnSpcReduction="0"/>
          </a:bodyPr>
          <a:lstStyle>
            <a:lvl1pPr>
              <a:lnSpc>
                <a:spcPct val="100000"/>
              </a:lnSpc>
              <a:spcBef>
                <a:spcPts val="0"/>
              </a:spcBef>
              <a:defRPr sz="1800">
                <a:solidFill>
                  <a:srgbClr val="FFFFFF"/>
                </a:solidFill>
                <a:latin typeface="Calibri Light"/>
                <a:ea typeface="Calibri Light"/>
                <a:cs typeface="Calibri Light"/>
                <a:sym typeface="Calibri Light"/>
              </a:defRPr>
            </a:lvl1pPr>
            <a:lvl2pPr marL="0" indent="0">
              <a:lnSpc>
                <a:spcPct val="100000"/>
              </a:lnSpc>
              <a:spcBef>
                <a:spcPts val="0"/>
              </a:spcBef>
              <a:buSzTx/>
              <a:buNone/>
              <a:defRPr sz="1800">
                <a:solidFill>
                  <a:srgbClr val="FFFFFF"/>
                </a:solidFill>
                <a:latin typeface="Calibri Light"/>
                <a:ea typeface="Calibri Light"/>
                <a:cs typeface="Calibri Light"/>
                <a:sym typeface="Calibri Light"/>
              </a:defRPr>
            </a:lvl2pPr>
            <a:lvl3pPr marL="457200" indent="-274320">
              <a:lnSpc>
                <a:spcPct val="100000"/>
              </a:lnSpc>
              <a:spcBef>
                <a:spcPts val="0"/>
              </a:spcBef>
              <a:defRPr sz="1800">
                <a:solidFill>
                  <a:srgbClr val="FFFFFF"/>
                </a:solidFill>
                <a:latin typeface="Calibri Light"/>
                <a:ea typeface="Calibri Light"/>
                <a:cs typeface="Calibri Light"/>
                <a:sym typeface="Calibri Light"/>
              </a:defRPr>
            </a:lvl3pPr>
            <a:lvl4pPr marL="1714500" indent="-342900">
              <a:lnSpc>
                <a:spcPct val="100000"/>
              </a:lnSpc>
              <a:spcBef>
                <a:spcPts val="0"/>
              </a:spcBef>
              <a:defRPr sz="1800">
                <a:solidFill>
                  <a:srgbClr val="FFFFFF"/>
                </a:solidFill>
                <a:latin typeface="Calibri Light"/>
                <a:ea typeface="Calibri Light"/>
                <a:cs typeface="Calibri Light"/>
                <a:sym typeface="Calibri Light"/>
              </a:defRPr>
            </a:lvl4pPr>
            <a:lvl5pPr marL="2171700" indent="-342900">
              <a:lnSpc>
                <a:spcPct val="100000"/>
              </a:lnSpc>
              <a:spcBef>
                <a:spcPts val="0"/>
              </a:spcBef>
              <a:defRPr sz="1800">
                <a:solidFill>
                  <a:srgbClr val="FFFFFF"/>
                </a:solidFill>
                <a:latin typeface="Calibri Light"/>
                <a:ea typeface="Calibri Light"/>
                <a:cs typeface="Calibri Light"/>
                <a:sym typeface="Calibri Light"/>
              </a:defRPr>
            </a:lvl5pPr>
          </a:lstStyle>
          <a:p>
            <a:pPr/>
            <a:r>
              <a:t>Sub-description text goes here over one or two lines</a:t>
            </a:r>
          </a:p>
          <a:p>
            <a:pPr lvl="1"/>
            <a:r>
              <a:t/>
            </a:r>
          </a:p>
          <a:p>
            <a:pPr lvl="2"/>
            <a:r>
              <a:t/>
            </a:r>
          </a:p>
          <a:p>
            <a:pPr lvl="3"/>
            <a:r>
              <a:t/>
            </a:r>
          </a:p>
          <a:p>
            <a:pPr lvl="4"/>
            <a:r>
              <a:t/>
            </a:r>
          </a:p>
        </p:txBody>
      </p:sp>
      <p:sp>
        <p:nvSpPr>
          <p:cNvPr id="30" name="Text Placeholder 4"/>
          <p:cNvSpPr/>
          <p:nvPr>
            <p:ph type="body" sz="quarter" idx="21" hasCustomPrompt="1"/>
          </p:nvPr>
        </p:nvSpPr>
        <p:spPr>
          <a:xfrm>
            <a:off x="468774" y="5245389"/>
            <a:ext cx="3566161" cy="215445"/>
          </a:xfrm>
          <a:prstGeom prst="rect">
            <a:avLst/>
          </a:prstGeom>
        </p:spPr>
        <p:txBody>
          <a:bodyPr>
            <a:normAutofit fontScale="100000" lnSpcReduction="0"/>
          </a:bodyPr>
          <a:lstStyle>
            <a:lvl1pPr>
              <a:lnSpc>
                <a:spcPct val="100000"/>
              </a:lnSpc>
              <a:spcBef>
                <a:spcPts val="0"/>
              </a:spcBef>
              <a:defRPr spc="300">
                <a:solidFill>
                  <a:srgbClr val="F6F6F6"/>
                </a:solidFill>
              </a:defRPr>
            </a:lvl1pPr>
          </a:lstStyle>
          <a:p>
            <a:pPr/>
            <a:r>
              <a:t>JANUARY 2022</a:t>
            </a:r>
          </a:p>
        </p:txBody>
      </p:sp>
      <p:sp>
        <p:nvSpPr>
          <p:cNvPr id="31" name="Picture Placeholder 2"/>
          <p:cNvSpPr/>
          <p:nvPr>
            <p:ph type="pic" idx="22"/>
          </p:nvPr>
        </p:nvSpPr>
        <p:spPr>
          <a:xfrm>
            <a:off x="6095998" y="0"/>
            <a:ext cx="6096002" cy="6858000"/>
          </a:xfrm>
          <a:prstGeom prst="rect">
            <a:avLst/>
          </a:prstGeom>
        </p:spPr>
        <p:txBody>
          <a:bodyPr lIns="91439" tIns="45719" rIns="91439" bIns="45719"/>
          <a:lstStyle/>
          <a:p>
            <a:pPr/>
          </a:p>
        </p:txBody>
      </p:sp>
      <p:pic>
        <p:nvPicPr>
          <p:cNvPr id="32" name="Graphic 1" descr="Graphic 1"/>
          <p:cNvPicPr>
            <a:picLocks noChangeAspect="1"/>
          </p:cNvPicPr>
          <p:nvPr/>
        </p:nvPicPr>
        <p:blipFill>
          <a:blip r:embed="rId2">
            <a:extLst/>
          </a:blip>
          <a:stretch>
            <a:fillRect/>
          </a:stretch>
        </p:blipFill>
        <p:spPr>
          <a:xfrm>
            <a:off x="468775" y="610099"/>
            <a:ext cx="1070466" cy="377256"/>
          </a:xfrm>
          <a:prstGeom prst="rect">
            <a:avLst/>
          </a:prstGeom>
          <a:ln w="12700">
            <a:miter lim="400000"/>
          </a:ln>
        </p:spPr>
      </p:pic>
      <p:sp>
        <p:nvSpPr>
          <p:cNvPr id="33" name="Title Text"/>
          <p:cNvSpPr txBox="1"/>
          <p:nvPr>
            <p:ph type="title"/>
          </p:nvPr>
        </p:nvSpPr>
        <p:spPr>
          <a:xfrm>
            <a:off x="466165" y="1965960"/>
            <a:ext cx="5486401" cy="1846660"/>
          </a:xfrm>
          <a:prstGeom prst="rect">
            <a:avLst/>
          </a:prstGeom>
        </p:spPr>
        <p:txBody>
          <a:bodyPr/>
          <a:lstStyle>
            <a:lvl1pPr>
              <a:defRPr b="0" sz="6000">
                <a:solidFill>
                  <a:srgbClr val="FFFFFF"/>
                </a:solidFill>
                <a:latin typeface="Calibri Light"/>
                <a:ea typeface="Calibri Light"/>
                <a:cs typeface="Calibri Light"/>
                <a:sym typeface="Calibri Light"/>
              </a:defRPr>
            </a:lvl1pPr>
          </a:lstStyle>
          <a:p>
            <a:pPr/>
            <a:r>
              <a:t>Title Text</a:t>
            </a:r>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ver-Picture">
    <p:spTree>
      <p:nvGrpSpPr>
        <p:cNvPr id="1" name=""/>
        <p:cNvGrpSpPr/>
        <p:nvPr/>
      </p:nvGrpSpPr>
      <p:grpSpPr>
        <a:xfrm>
          <a:off x="0" y="0"/>
          <a:ext cx="0" cy="0"/>
          <a:chOff x="0" y="0"/>
          <a:chExt cx="0" cy="0"/>
        </a:xfrm>
      </p:grpSpPr>
      <p:sp>
        <p:nvSpPr>
          <p:cNvPr id="40" name="Slide Number"/>
          <p:cNvSpPr txBox="1"/>
          <p:nvPr>
            <p:ph type="sldNum" sz="quarter" idx="2"/>
          </p:nvPr>
        </p:nvSpPr>
        <p:spPr>
          <a:prstGeom prst="rect">
            <a:avLst/>
          </a:prstGeom>
        </p:spPr>
        <p:txBody>
          <a:bodyPr/>
          <a:lstStyle/>
          <a:p>
            <a:pPr/>
            <a:fld id="{86CB4B4D-7CA3-9044-876B-883B54F8677D}" type="slidenum"/>
          </a:p>
        </p:txBody>
      </p:sp>
      <p:sp>
        <p:nvSpPr>
          <p:cNvPr id="41" name="Picture Placeholder 2"/>
          <p:cNvSpPr/>
          <p:nvPr>
            <p:ph type="pic" idx="21"/>
          </p:nvPr>
        </p:nvSpPr>
        <p:spPr>
          <a:xfrm>
            <a:off x="0" y="0"/>
            <a:ext cx="12192000" cy="6858000"/>
          </a:xfrm>
          <a:prstGeom prst="rect">
            <a:avLst/>
          </a:prstGeom>
        </p:spPr>
        <p:txBody>
          <a:bodyPr lIns="91439" tIns="45719" rIns="91439" bIns="45719"/>
          <a:lstStyle/>
          <a:p>
            <a:pPr/>
          </a:p>
        </p:txBody>
      </p:sp>
      <p:sp>
        <p:nvSpPr>
          <p:cNvPr id="42" name="Body Level One…"/>
          <p:cNvSpPr txBox="1"/>
          <p:nvPr>
            <p:ph type="body" sz="quarter" idx="1" hasCustomPrompt="1"/>
          </p:nvPr>
        </p:nvSpPr>
        <p:spPr>
          <a:xfrm>
            <a:off x="468775" y="4663440"/>
            <a:ext cx="6489701" cy="369333"/>
          </a:xfrm>
          <a:prstGeom prst="rect">
            <a:avLst/>
          </a:prstGeom>
        </p:spPr>
        <p:txBody>
          <a:bodyPr>
            <a:normAutofit fontScale="100000" lnSpcReduction="0"/>
          </a:bodyPr>
          <a:lstStyle>
            <a:lvl1pPr>
              <a:lnSpc>
                <a:spcPct val="100000"/>
              </a:lnSpc>
              <a:spcBef>
                <a:spcPts val="0"/>
              </a:spcBef>
              <a:defRPr sz="2400">
                <a:solidFill>
                  <a:srgbClr val="FFFFFF"/>
                </a:solidFill>
                <a:latin typeface="Calibri Light"/>
                <a:ea typeface="Calibri Light"/>
                <a:cs typeface="Calibri Light"/>
                <a:sym typeface="Calibri Light"/>
              </a:defRPr>
            </a:lvl1pPr>
            <a:lvl2pPr marL="0" indent="0">
              <a:lnSpc>
                <a:spcPct val="100000"/>
              </a:lnSpc>
              <a:spcBef>
                <a:spcPts val="0"/>
              </a:spcBef>
              <a:buSzTx/>
              <a:buNone/>
              <a:defRPr sz="2400">
                <a:solidFill>
                  <a:srgbClr val="FFFFFF"/>
                </a:solidFill>
                <a:latin typeface="Calibri Light"/>
                <a:ea typeface="Calibri Light"/>
                <a:cs typeface="Calibri Light"/>
                <a:sym typeface="Calibri Light"/>
              </a:defRPr>
            </a:lvl2pPr>
            <a:lvl3pPr marL="548639" indent="-365759">
              <a:lnSpc>
                <a:spcPct val="100000"/>
              </a:lnSpc>
              <a:spcBef>
                <a:spcPts val="0"/>
              </a:spcBef>
              <a:defRPr sz="2400">
                <a:solidFill>
                  <a:srgbClr val="FFFFFF"/>
                </a:solidFill>
                <a:latin typeface="Calibri Light"/>
                <a:ea typeface="Calibri Light"/>
                <a:cs typeface="Calibri Light"/>
                <a:sym typeface="Calibri Light"/>
              </a:defRPr>
            </a:lvl3pPr>
            <a:lvl4pPr marL="1828800" indent="-457200">
              <a:lnSpc>
                <a:spcPct val="100000"/>
              </a:lnSpc>
              <a:spcBef>
                <a:spcPts val="0"/>
              </a:spcBef>
              <a:defRPr sz="2400">
                <a:solidFill>
                  <a:srgbClr val="FFFFFF"/>
                </a:solidFill>
                <a:latin typeface="Calibri Light"/>
                <a:ea typeface="Calibri Light"/>
                <a:cs typeface="Calibri Light"/>
                <a:sym typeface="Calibri Light"/>
              </a:defRPr>
            </a:lvl4pPr>
            <a:lvl5pPr marL="2286000" indent="-457200">
              <a:lnSpc>
                <a:spcPct val="100000"/>
              </a:lnSpc>
              <a:spcBef>
                <a:spcPts val="0"/>
              </a:spcBef>
              <a:defRPr sz="2400">
                <a:solidFill>
                  <a:srgbClr val="FFFFFF"/>
                </a:solidFill>
                <a:latin typeface="Calibri Light"/>
                <a:ea typeface="Calibri Light"/>
                <a:cs typeface="Calibri Light"/>
                <a:sym typeface="Calibri Light"/>
              </a:defRPr>
            </a:lvl5pPr>
          </a:lstStyle>
          <a:p>
            <a:pPr/>
            <a:r>
              <a:t>Sub-description text goes here over one or two lines</a:t>
            </a:r>
          </a:p>
          <a:p>
            <a:pPr lvl="1"/>
            <a:r>
              <a:t/>
            </a:r>
          </a:p>
          <a:p>
            <a:pPr lvl="2"/>
            <a:r>
              <a:t/>
            </a:r>
          </a:p>
          <a:p>
            <a:pPr lvl="3"/>
            <a:r>
              <a:t/>
            </a:r>
          </a:p>
          <a:p>
            <a:pPr lvl="4"/>
            <a:r>
              <a:t/>
            </a:r>
          </a:p>
        </p:txBody>
      </p:sp>
      <p:sp>
        <p:nvSpPr>
          <p:cNvPr id="43" name="Text Placeholder 4"/>
          <p:cNvSpPr/>
          <p:nvPr>
            <p:ph type="body" sz="quarter" idx="22" hasCustomPrompt="1"/>
          </p:nvPr>
        </p:nvSpPr>
        <p:spPr>
          <a:xfrm>
            <a:off x="468775" y="5245389"/>
            <a:ext cx="6489701" cy="215445"/>
          </a:xfrm>
          <a:prstGeom prst="rect">
            <a:avLst/>
          </a:prstGeom>
        </p:spPr>
        <p:txBody>
          <a:bodyPr>
            <a:normAutofit fontScale="100000" lnSpcReduction="0"/>
          </a:bodyPr>
          <a:lstStyle>
            <a:lvl1pPr>
              <a:lnSpc>
                <a:spcPct val="100000"/>
              </a:lnSpc>
              <a:spcBef>
                <a:spcPts val="0"/>
              </a:spcBef>
              <a:defRPr spc="300">
                <a:solidFill>
                  <a:srgbClr val="F2F2F2"/>
                </a:solidFill>
              </a:defRPr>
            </a:lvl1pPr>
          </a:lstStyle>
          <a:p>
            <a:pPr/>
            <a:r>
              <a:t>JANUARY 2022</a:t>
            </a:r>
          </a:p>
        </p:txBody>
      </p:sp>
      <p:pic>
        <p:nvPicPr>
          <p:cNvPr id="44" name="Graphic 1" descr="Graphic 1"/>
          <p:cNvPicPr>
            <a:picLocks noChangeAspect="1"/>
          </p:cNvPicPr>
          <p:nvPr/>
        </p:nvPicPr>
        <p:blipFill>
          <a:blip r:embed="rId2">
            <a:extLst/>
          </a:blip>
          <a:stretch>
            <a:fillRect/>
          </a:stretch>
        </p:blipFill>
        <p:spPr>
          <a:xfrm>
            <a:off x="468775" y="610099"/>
            <a:ext cx="1070466" cy="377256"/>
          </a:xfrm>
          <a:prstGeom prst="rect">
            <a:avLst/>
          </a:prstGeom>
          <a:ln w="12700">
            <a:miter lim="400000"/>
          </a:ln>
        </p:spPr>
      </p:pic>
      <p:sp>
        <p:nvSpPr>
          <p:cNvPr id="45" name="Title Text"/>
          <p:cNvSpPr txBox="1"/>
          <p:nvPr>
            <p:ph type="title"/>
          </p:nvPr>
        </p:nvSpPr>
        <p:spPr>
          <a:xfrm>
            <a:off x="466165" y="1965960"/>
            <a:ext cx="5755248" cy="1846660"/>
          </a:xfrm>
          <a:prstGeom prst="rect">
            <a:avLst/>
          </a:prstGeom>
        </p:spPr>
        <p:txBody>
          <a:bodyPr/>
          <a:lstStyle>
            <a:lvl1pPr>
              <a:defRPr b="0" sz="6000">
                <a:solidFill>
                  <a:srgbClr val="FFFFFF"/>
                </a:solidFill>
                <a:latin typeface="Calibri Light"/>
                <a:ea typeface="Calibri Light"/>
                <a:cs typeface="Calibri Light"/>
                <a:sym typeface="Calibri Light"/>
              </a:defRPr>
            </a:lvl1pPr>
          </a:lstStyle>
          <a:p>
            <a:pPr/>
            <a:r>
              <a:t>Title Text</a:t>
            </a:r>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genda">
    <p:spTree>
      <p:nvGrpSpPr>
        <p:cNvPr id="1" name=""/>
        <p:cNvGrpSpPr/>
        <p:nvPr/>
      </p:nvGrpSpPr>
      <p:grpSpPr>
        <a:xfrm>
          <a:off x="0" y="0"/>
          <a:ext cx="0" cy="0"/>
          <a:chOff x="0" y="0"/>
          <a:chExt cx="0" cy="0"/>
        </a:xfrm>
      </p:grpSpPr>
      <p:pic>
        <p:nvPicPr>
          <p:cNvPr id="52"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53"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54" name="Slide Number"/>
          <p:cNvSpPr txBox="1"/>
          <p:nvPr>
            <p:ph type="sldNum" sz="quarter" idx="2"/>
          </p:nvPr>
        </p:nvSpPr>
        <p:spPr>
          <a:prstGeom prst="rect">
            <a:avLst/>
          </a:prstGeom>
        </p:spPr>
        <p:txBody>
          <a:bodyPr/>
          <a:lstStyle/>
          <a:p>
            <a:pPr/>
            <a:fld id="{86CB4B4D-7CA3-9044-876B-883B54F8677D}" type="slidenum"/>
          </a:p>
        </p:txBody>
      </p:sp>
      <p:sp>
        <p:nvSpPr>
          <p:cNvPr id="55" name="Contents"/>
          <p:cNvSpPr txBox="1"/>
          <p:nvPr>
            <p:ph type="title" hasCustomPrompt="1"/>
          </p:nvPr>
        </p:nvSpPr>
        <p:spPr>
          <a:xfrm>
            <a:off x="467139" y="1191039"/>
            <a:ext cx="3024847" cy="923331"/>
          </a:xfrm>
          <a:prstGeom prst="rect">
            <a:avLst/>
          </a:prstGeom>
        </p:spPr>
        <p:txBody>
          <a:bodyPr/>
          <a:lstStyle>
            <a:lvl1pPr>
              <a:defRPr b="0" sz="6000">
                <a:latin typeface="Calibri Light"/>
                <a:ea typeface="Calibri Light"/>
                <a:cs typeface="Calibri Light"/>
                <a:sym typeface="Calibri Light"/>
              </a:defRPr>
            </a:lvl1pPr>
          </a:lstStyle>
          <a:p>
            <a:pPr/>
            <a:r>
              <a:t>Contents</a:t>
            </a:r>
          </a:p>
        </p:txBody>
      </p:sp>
      <p:sp>
        <p:nvSpPr>
          <p:cNvPr id="56" name="Body Level One…"/>
          <p:cNvSpPr txBox="1"/>
          <p:nvPr>
            <p:ph type="body" sz="quarter" idx="1" hasCustomPrompt="1"/>
          </p:nvPr>
        </p:nvSpPr>
        <p:spPr>
          <a:xfrm>
            <a:off x="4086638" y="1191039"/>
            <a:ext cx="498929" cy="321628"/>
          </a:xfrm>
          <a:prstGeom prst="rect">
            <a:avLst/>
          </a:prstGeom>
        </p:spPr>
        <p:txBody>
          <a:bodyPr>
            <a:normAutofit fontScale="100000" lnSpcReduction="0"/>
          </a:bodyPr>
          <a:lstStyle>
            <a:lvl1pPr algn="r">
              <a:defRPr b="1" sz="2000"/>
            </a:lvl1pPr>
            <a:lvl2pPr marL="261257" indent="-261257" algn="r">
              <a:defRPr b="1" sz="2000"/>
            </a:lvl2pPr>
            <a:lvl3pPr marL="487679" indent="-304799" algn="r">
              <a:defRPr b="1" sz="2000"/>
            </a:lvl3pPr>
            <a:lvl4pPr marL="1752600" indent="-381000" algn="r">
              <a:defRPr b="1" sz="2000"/>
            </a:lvl4pPr>
            <a:lvl5pPr marL="2209800" indent="-381000" algn="r">
              <a:defRPr b="1" sz="2000"/>
            </a:lvl5pPr>
          </a:lstStyle>
          <a:p>
            <a:pPr/>
            <a:r>
              <a:t>01</a:t>
            </a:r>
          </a:p>
          <a:p>
            <a:pPr lvl="1"/>
            <a:r>
              <a:t/>
            </a:r>
          </a:p>
          <a:p>
            <a:pPr lvl="2"/>
            <a:r>
              <a:t/>
            </a:r>
          </a:p>
          <a:p>
            <a:pPr lvl="3"/>
            <a:r>
              <a:t/>
            </a:r>
          </a:p>
          <a:p>
            <a:pPr lvl="4"/>
            <a:r>
              <a:t/>
            </a:r>
          </a:p>
        </p:txBody>
      </p:sp>
      <p:sp>
        <p:nvSpPr>
          <p:cNvPr id="57" name="Text Placeholder 4"/>
          <p:cNvSpPr/>
          <p:nvPr>
            <p:ph type="body" sz="quarter" idx="21" hasCustomPrompt="1"/>
          </p:nvPr>
        </p:nvSpPr>
        <p:spPr>
          <a:xfrm>
            <a:off x="4086638" y="1884105"/>
            <a:ext cx="498928" cy="321628"/>
          </a:xfrm>
          <a:prstGeom prst="rect">
            <a:avLst/>
          </a:prstGeom>
        </p:spPr>
        <p:txBody>
          <a:bodyPr>
            <a:normAutofit fontScale="100000" lnSpcReduction="0"/>
          </a:bodyPr>
          <a:lstStyle>
            <a:lvl1pPr algn="r">
              <a:defRPr b="1" sz="2000"/>
            </a:lvl1pPr>
          </a:lstStyle>
          <a:p>
            <a:pPr/>
            <a:r>
              <a:t>02</a:t>
            </a:r>
          </a:p>
        </p:txBody>
      </p:sp>
      <p:sp>
        <p:nvSpPr>
          <p:cNvPr id="58" name="Text Placeholder 4"/>
          <p:cNvSpPr/>
          <p:nvPr>
            <p:ph type="body" sz="quarter" idx="22" hasCustomPrompt="1"/>
          </p:nvPr>
        </p:nvSpPr>
        <p:spPr>
          <a:xfrm>
            <a:off x="4086638" y="2567011"/>
            <a:ext cx="498928" cy="321628"/>
          </a:xfrm>
          <a:prstGeom prst="rect">
            <a:avLst/>
          </a:prstGeom>
        </p:spPr>
        <p:txBody>
          <a:bodyPr>
            <a:normAutofit fontScale="100000" lnSpcReduction="0"/>
          </a:bodyPr>
          <a:lstStyle>
            <a:lvl1pPr algn="r">
              <a:defRPr b="1" sz="2000"/>
            </a:lvl1pPr>
          </a:lstStyle>
          <a:p>
            <a:pPr/>
            <a:r>
              <a:t>03</a:t>
            </a:r>
          </a:p>
        </p:txBody>
      </p:sp>
      <p:sp>
        <p:nvSpPr>
          <p:cNvPr id="59" name="Text Placeholder 4"/>
          <p:cNvSpPr/>
          <p:nvPr>
            <p:ph type="body" sz="quarter" idx="23" hasCustomPrompt="1"/>
          </p:nvPr>
        </p:nvSpPr>
        <p:spPr>
          <a:xfrm>
            <a:off x="4086638" y="3260078"/>
            <a:ext cx="498928" cy="321628"/>
          </a:xfrm>
          <a:prstGeom prst="rect">
            <a:avLst/>
          </a:prstGeom>
        </p:spPr>
        <p:txBody>
          <a:bodyPr>
            <a:normAutofit fontScale="100000" lnSpcReduction="0"/>
          </a:bodyPr>
          <a:lstStyle>
            <a:lvl1pPr algn="r">
              <a:defRPr b="1" sz="2000"/>
            </a:lvl1pPr>
          </a:lstStyle>
          <a:p>
            <a:pPr/>
            <a:r>
              <a:t>04</a:t>
            </a:r>
          </a:p>
        </p:txBody>
      </p:sp>
      <p:sp>
        <p:nvSpPr>
          <p:cNvPr id="60" name="Text Placeholder 4"/>
          <p:cNvSpPr/>
          <p:nvPr>
            <p:ph type="body" sz="quarter" idx="24" hasCustomPrompt="1"/>
          </p:nvPr>
        </p:nvSpPr>
        <p:spPr>
          <a:xfrm>
            <a:off x="4086638" y="3942984"/>
            <a:ext cx="498928" cy="321628"/>
          </a:xfrm>
          <a:prstGeom prst="rect">
            <a:avLst/>
          </a:prstGeom>
        </p:spPr>
        <p:txBody>
          <a:bodyPr>
            <a:normAutofit fontScale="100000" lnSpcReduction="0"/>
          </a:bodyPr>
          <a:lstStyle>
            <a:lvl1pPr algn="r">
              <a:defRPr b="1" sz="2000"/>
            </a:lvl1pPr>
          </a:lstStyle>
          <a:p>
            <a:pPr/>
            <a:r>
              <a:t>05</a:t>
            </a:r>
          </a:p>
        </p:txBody>
      </p:sp>
      <p:sp>
        <p:nvSpPr>
          <p:cNvPr id="61" name="Text Placeholder 4"/>
          <p:cNvSpPr/>
          <p:nvPr>
            <p:ph type="body" sz="quarter" idx="25" hasCustomPrompt="1"/>
          </p:nvPr>
        </p:nvSpPr>
        <p:spPr>
          <a:xfrm>
            <a:off x="4086638" y="4625892"/>
            <a:ext cx="498928" cy="321628"/>
          </a:xfrm>
          <a:prstGeom prst="rect">
            <a:avLst/>
          </a:prstGeom>
        </p:spPr>
        <p:txBody>
          <a:bodyPr>
            <a:normAutofit fontScale="100000" lnSpcReduction="0"/>
          </a:bodyPr>
          <a:lstStyle>
            <a:lvl1pPr algn="r">
              <a:defRPr b="1" sz="2000"/>
            </a:lvl1pPr>
          </a:lstStyle>
          <a:p>
            <a:pPr/>
            <a:r>
              <a:t>06</a:t>
            </a:r>
          </a:p>
        </p:txBody>
      </p:sp>
      <p:sp>
        <p:nvSpPr>
          <p:cNvPr id="62" name="Text Placeholder 4"/>
          <p:cNvSpPr/>
          <p:nvPr>
            <p:ph type="body" sz="quarter" idx="26" hasCustomPrompt="1"/>
          </p:nvPr>
        </p:nvSpPr>
        <p:spPr>
          <a:xfrm>
            <a:off x="4818929" y="1191039"/>
            <a:ext cx="4554539" cy="321628"/>
          </a:xfrm>
          <a:prstGeom prst="rect">
            <a:avLst/>
          </a:prstGeom>
        </p:spPr>
        <p:txBody>
          <a:bodyPr>
            <a:normAutofit fontScale="100000" lnSpcReduction="0"/>
          </a:bodyPr>
          <a:lstStyle>
            <a:lvl1pPr>
              <a:defRPr sz="2000"/>
            </a:lvl1pPr>
          </a:lstStyle>
          <a:p>
            <a:pPr/>
            <a:r>
              <a:t>Section header here</a:t>
            </a:r>
          </a:p>
        </p:txBody>
      </p:sp>
      <p:sp>
        <p:nvSpPr>
          <p:cNvPr id="63" name="Text Placeholder 4"/>
          <p:cNvSpPr/>
          <p:nvPr>
            <p:ph type="body" sz="quarter" idx="27" hasCustomPrompt="1"/>
          </p:nvPr>
        </p:nvSpPr>
        <p:spPr>
          <a:xfrm>
            <a:off x="4818929" y="1884105"/>
            <a:ext cx="4554539" cy="321628"/>
          </a:xfrm>
          <a:prstGeom prst="rect">
            <a:avLst/>
          </a:prstGeom>
        </p:spPr>
        <p:txBody>
          <a:bodyPr>
            <a:normAutofit fontScale="100000" lnSpcReduction="0"/>
          </a:bodyPr>
          <a:lstStyle>
            <a:lvl1pPr>
              <a:defRPr sz="2000"/>
            </a:lvl1pPr>
          </a:lstStyle>
          <a:p>
            <a:pPr/>
            <a:r>
              <a:t>Section header here</a:t>
            </a:r>
          </a:p>
        </p:txBody>
      </p:sp>
      <p:sp>
        <p:nvSpPr>
          <p:cNvPr id="64" name="Text Placeholder 4"/>
          <p:cNvSpPr/>
          <p:nvPr>
            <p:ph type="body" sz="quarter" idx="28" hasCustomPrompt="1"/>
          </p:nvPr>
        </p:nvSpPr>
        <p:spPr>
          <a:xfrm>
            <a:off x="4818929" y="2567011"/>
            <a:ext cx="4554539" cy="321628"/>
          </a:xfrm>
          <a:prstGeom prst="rect">
            <a:avLst/>
          </a:prstGeom>
        </p:spPr>
        <p:txBody>
          <a:bodyPr>
            <a:normAutofit fontScale="100000" lnSpcReduction="0"/>
          </a:bodyPr>
          <a:lstStyle>
            <a:lvl1pPr>
              <a:defRPr sz="2000"/>
            </a:lvl1pPr>
          </a:lstStyle>
          <a:p>
            <a:pPr/>
            <a:r>
              <a:t>Section header here</a:t>
            </a:r>
          </a:p>
        </p:txBody>
      </p:sp>
      <p:sp>
        <p:nvSpPr>
          <p:cNvPr id="65" name="Text Placeholder 4"/>
          <p:cNvSpPr/>
          <p:nvPr>
            <p:ph type="body" sz="quarter" idx="29" hasCustomPrompt="1"/>
          </p:nvPr>
        </p:nvSpPr>
        <p:spPr>
          <a:xfrm>
            <a:off x="4818929" y="3260078"/>
            <a:ext cx="4554539" cy="321628"/>
          </a:xfrm>
          <a:prstGeom prst="rect">
            <a:avLst/>
          </a:prstGeom>
        </p:spPr>
        <p:txBody>
          <a:bodyPr>
            <a:normAutofit fontScale="100000" lnSpcReduction="0"/>
          </a:bodyPr>
          <a:lstStyle>
            <a:lvl1pPr>
              <a:defRPr sz="2000"/>
            </a:lvl1pPr>
          </a:lstStyle>
          <a:p>
            <a:pPr/>
            <a:r>
              <a:t>Section header here</a:t>
            </a:r>
          </a:p>
        </p:txBody>
      </p:sp>
      <p:sp>
        <p:nvSpPr>
          <p:cNvPr id="66" name="Text Placeholder 4"/>
          <p:cNvSpPr/>
          <p:nvPr>
            <p:ph type="body" sz="quarter" idx="30" hasCustomPrompt="1"/>
          </p:nvPr>
        </p:nvSpPr>
        <p:spPr>
          <a:xfrm>
            <a:off x="4818929" y="3942984"/>
            <a:ext cx="4554539" cy="321628"/>
          </a:xfrm>
          <a:prstGeom prst="rect">
            <a:avLst/>
          </a:prstGeom>
        </p:spPr>
        <p:txBody>
          <a:bodyPr>
            <a:normAutofit fontScale="100000" lnSpcReduction="0"/>
          </a:bodyPr>
          <a:lstStyle>
            <a:lvl1pPr>
              <a:defRPr sz="2000"/>
            </a:lvl1pPr>
          </a:lstStyle>
          <a:p>
            <a:pPr/>
            <a:r>
              <a:t>Section header here</a:t>
            </a:r>
          </a:p>
        </p:txBody>
      </p:sp>
      <p:sp>
        <p:nvSpPr>
          <p:cNvPr id="67" name="Text Placeholder 4"/>
          <p:cNvSpPr/>
          <p:nvPr>
            <p:ph type="body" sz="quarter" idx="31" hasCustomPrompt="1"/>
          </p:nvPr>
        </p:nvSpPr>
        <p:spPr>
          <a:xfrm>
            <a:off x="4818929" y="4625892"/>
            <a:ext cx="4554539" cy="321628"/>
          </a:xfrm>
          <a:prstGeom prst="rect">
            <a:avLst/>
          </a:prstGeom>
        </p:spPr>
        <p:txBody>
          <a:bodyPr>
            <a:normAutofit fontScale="100000" lnSpcReduction="0"/>
          </a:bodyPr>
          <a:lstStyle>
            <a:lvl1pPr>
              <a:defRPr sz="2000"/>
            </a:lvl1pPr>
          </a:lstStyle>
          <a:p>
            <a:pPr/>
            <a:r>
              <a:t>Section header here</a:t>
            </a:r>
          </a:p>
        </p:txBody>
      </p:sp>
      <p:sp>
        <p:nvSpPr>
          <p:cNvPr id="68" name="Straight Connector 35"/>
          <p:cNvSpPr/>
          <p:nvPr/>
        </p:nvSpPr>
        <p:spPr>
          <a:xfrm flipH="1">
            <a:off x="3725348" y="914400"/>
            <a:ext cx="1" cy="5257800"/>
          </a:xfrm>
          <a:prstGeom prst="line">
            <a:avLst/>
          </a:prstGeom>
          <a:ln w="6350">
            <a:solidFill>
              <a:srgbClr val="D9D9D9"/>
            </a:solidFill>
            <a:miter/>
          </a:ln>
        </p:spPr>
        <p:txBody>
          <a:bodyPr lIns="45719" rIns="45719"/>
          <a:lstStyle/>
          <a:p>
            <a:pPr/>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Black">
    <p:spTree>
      <p:nvGrpSpPr>
        <p:cNvPr id="1" name=""/>
        <p:cNvGrpSpPr/>
        <p:nvPr/>
      </p:nvGrpSpPr>
      <p:grpSpPr>
        <a:xfrm>
          <a:off x="0" y="0"/>
          <a:ext cx="0" cy="0"/>
          <a:chOff x="0" y="0"/>
          <a:chExt cx="0" cy="0"/>
        </a:xfrm>
      </p:grpSpPr>
      <p:sp>
        <p:nvSpPr>
          <p:cNvPr id="75" name="Slide Number"/>
          <p:cNvSpPr txBox="1"/>
          <p:nvPr>
            <p:ph type="sldNum" sz="quarter" idx="2"/>
          </p:nvPr>
        </p:nvSpPr>
        <p:spPr>
          <a:prstGeom prst="rect">
            <a:avLst/>
          </a:prstGeom>
        </p:spPr>
        <p:txBody>
          <a:bodyPr/>
          <a:lstStyle/>
          <a:p>
            <a:pPr/>
            <a:fld id="{86CB4B4D-7CA3-9044-876B-883B54F8677D}" type="slidenum"/>
          </a:p>
        </p:txBody>
      </p:sp>
      <p:sp>
        <p:nvSpPr>
          <p:cNvPr id="76" name="Rectangle 3"/>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77" name="Contents"/>
          <p:cNvSpPr txBox="1"/>
          <p:nvPr>
            <p:ph type="title" hasCustomPrompt="1"/>
          </p:nvPr>
        </p:nvSpPr>
        <p:spPr>
          <a:xfrm>
            <a:off x="467139" y="1191039"/>
            <a:ext cx="3024847" cy="923331"/>
          </a:xfrm>
          <a:prstGeom prst="rect">
            <a:avLst/>
          </a:prstGeom>
        </p:spPr>
        <p:txBody>
          <a:bodyPr/>
          <a:lstStyle>
            <a:lvl1pPr>
              <a:defRPr b="0" sz="6000">
                <a:solidFill>
                  <a:srgbClr val="FFFFFF"/>
                </a:solidFill>
                <a:latin typeface="Calibri Light"/>
                <a:ea typeface="Calibri Light"/>
                <a:cs typeface="Calibri Light"/>
                <a:sym typeface="Calibri Light"/>
              </a:defRPr>
            </a:lvl1pPr>
          </a:lstStyle>
          <a:p>
            <a:pPr/>
            <a:r>
              <a:t>Contents</a:t>
            </a:r>
          </a:p>
        </p:txBody>
      </p:sp>
      <p:sp>
        <p:nvSpPr>
          <p:cNvPr id="78" name="Body Level One…"/>
          <p:cNvSpPr txBox="1"/>
          <p:nvPr>
            <p:ph type="body" sz="quarter" idx="1" hasCustomPrompt="1"/>
          </p:nvPr>
        </p:nvSpPr>
        <p:spPr>
          <a:xfrm>
            <a:off x="4086638" y="1191039"/>
            <a:ext cx="498929" cy="321628"/>
          </a:xfrm>
          <a:prstGeom prst="rect">
            <a:avLst/>
          </a:prstGeom>
        </p:spPr>
        <p:txBody>
          <a:bodyPr>
            <a:normAutofit fontScale="100000" lnSpcReduction="0"/>
          </a:bodyPr>
          <a:lstStyle>
            <a:lvl1pPr algn="r">
              <a:defRPr b="1" sz="2000">
                <a:solidFill>
                  <a:srgbClr val="FFFFFF"/>
                </a:solidFill>
              </a:defRPr>
            </a:lvl1pPr>
            <a:lvl2pPr marL="261257" indent="-261257" algn="r">
              <a:defRPr b="1" sz="2000">
                <a:solidFill>
                  <a:srgbClr val="FFFFFF"/>
                </a:solidFill>
              </a:defRPr>
            </a:lvl2pPr>
            <a:lvl3pPr marL="487679" indent="-304799" algn="r">
              <a:defRPr b="1" sz="2000">
                <a:solidFill>
                  <a:srgbClr val="FFFFFF"/>
                </a:solidFill>
              </a:defRPr>
            </a:lvl3pPr>
            <a:lvl4pPr marL="1752600" indent="-381000" algn="r">
              <a:defRPr b="1" sz="2000">
                <a:solidFill>
                  <a:srgbClr val="FFFFFF"/>
                </a:solidFill>
              </a:defRPr>
            </a:lvl4pPr>
            <a:lvl5pPr marL="2209800" indent="-381000" algn="r">
              <a:defRPr b="1" sz="2000">
                <a:solidFill>
                  <a:srgbClr val="FFFFFF"/>
                </a:solidFill>
              </a:defRPr>
            </a:lvl5pPr>
          </a:lstStyle>
          <a:p>
            <a:pPr/>
            <a:r>
              <a:t>01</a:t>
            </a:r>
          </a:p>
          <a:p>
            <a:pPr lvl="1"/>
            <a:r>
              <a:t/>
            </a:r>
          </a:p>
          <a:p>
            <a:pPr lvl="2"/>
            <a:r>
              <a:t/>
            </a:r>
          </a:p>
          <a:p>
            <a:pPr lvl="3"/>
            <a:r>
              <a:t/>
            </a:r>
          </a:p>
          <a:p>
            <a:pPr lvl="4"/>
            <a:r>
              <a:t/>
            </a:r>
          </a:p>
        </p:txBody>
      </p:sp>
      <p:sp>
        <p:nvSpPr>
          <p:cNvPr id="79" name="Text Placeholder 4"/>
          <p:cNvSpPr/>
          <p:nvPr>
            <p:ph type="body" sz="quarter" idx="21" hasCustomPrompt="1"/>
          </p:nvPr>
        </p:nvSpPr>
        <p:spPr>
          <a:xfrm>
            <a:off x="4086638" y="1884105"/>
            <a:ext cx="498928" cy="321628"/>
          </a:xfrm>
          <a:prstGeom prst="rect">
            <a:avLst/>
          </a:prstGeom>
        </p:spPr>
        <p:txBody>
          <a:bodyPr>
            <a:normAutofit fontScale="100000" lnSpcReduction="0"/>
          </a:bodyPr>
          <a:lstStyle>
            <a:lvl1pPr algn="r">
              <a:defRPr b="1" sz="2000">
                <a:solidFill>
                  <a:srgbClr val="FFFFFF"/>
                </a:solidFill>
              </a:defRPr>
            </a:lvl1pPr>
          </a:lstStyle>
          <a:p>
            <a:pPr/>
            <a:r>
              <a:t>02</a:t>
            </a:r>
          </a:p>
        </p:txBody>
      </p:sp>
      <p:sp>
        <p:nvSpPr>
          <p:cNvPr id="80" name="Text Placeholder 4"/>
          <p:cNvSpPr/>
          <p:nvPr>
            <p:ph type="body" sz="quarter" idx="22" hasCustomPrompt="1"/>
          </p:nvPr>
        </p:nvSpPr>
        <p:spPr>
          <a:xfrm>
            <a:off x="4086638" y="2567011"/>
            <a:ext cx="498928" cy="321628"/>
          </a:xfrm>
          <a:prstGeom prst="rect">
            <a:avLst/>
          </a:prstGeom>
        </p:spPr>
        <p:txBody>
          <a:bodyPr>
            <a:normAutofit fontScale="100000" lnSpcReduction="0"/>
          </a:bodyPr>
          <a:lstStyle>
            <a:lvl1pPr algn="r">
              <a:defRPr b="1" sz="2000">
                <a:solidFill>
                  <a:srgbClr val="FFFFFF"/>
                </a:solidFill>
              </a:defRPr>
            </a:lvl1pPr>
          </a:lstStyle>
          <a:p>
            <a:pPr/>
            <a:r>
              <a:t>03</a:t>
            </a:r>
          </a:p>
        </p:txBody>
      </p:sp>
      <p:sp>
        <p:nvSpPr>
          <p:cNvPr id="81" name="Text Placeholder 4"/>
          <p:cNvSpPr/>
          <p:nvPr>
            <p:ph type="body" sz="quarter" idx="23" hasCustomPrompt="1"/>
          </p:nvPr>
        </p:nvSpPr>
        <p:spPr>
          <a:xfrm>
            <a:off x="4086638" y="3260078"/>
            <a:ext cx="498928" cy="321628"/>
          </a:xfrm>
          <a:prstGeom prst="rect">
            <a:avLst/>
          </a:prstGeom>
        </p:spPr>
        <p:txBody>
          <a:bodyPr>
            <a:normAutofit fontScale="100000" lnSpcReduction="0"/>
          </a:bodyPr>
          <a:lstStyle>
            <a:lvl1pPr algn="r">
              <a:defRPr b="1" sz="2000">
                <a:solidFill>
                  <a:srgbClr val="FFFFFF"/>
                </a:solidFill>
              </a:defRPr>
            </a:lvl1pPr>
          </a:lstStyle>
          <a:p>
            <a:pPr/>
            <a:r>
              <a:t>04</a:t>
            </a:r>
          </a:p>
        </p:txBody>
      </p:sp>
      <p:sp>
        <p:nvSpPr>
          <p:cNvPr id="82" name="Text Placeholder 4"/>
          <p:cNvSpPr/>
          <p:nvPr>
            <p:ph type="body" sz="quarter" idx="24" hasCustomPrompt="1"/>
          </p:nvPr>
        </p:nvSpPr>
        <p:spPr>
          <a:xfrm>
            <a:off x="4086638" y="3942984"/>
            <a:ext cx="498928" cy="321628"/>
          </a:xfrm>
          <a:prstGeom prst="rect">
            <a:avLst/>
          </a:prstGeom>
        </p:spPr>
        <p:txBody>
          <a:bodyPr>
            <a:normAutofit fontScale="100000" lnSpcReduction="0"/>
          </a:bodyPr>
          <a:lstStyle>
            <a:lvl1pPr algn="r">
              <a:defRPr b="1" sz="2000">
                <a:solidFill>
                  <a:srgbClr val="FFFFFF"/>
                </a:solidFill>
              </a:defRPr>
            </a:lvl1pPr>
          </a:lstStyle>
          <a:p>
            <a:pPr/>
            <a:r>
              <a:t>05</a:t>
            </a:r>
          </a:p>
        </p:txBody>
      </p:sp>
      <p:sp>
        <p:nvSpPr>
          <p:cNvPr id="83" name="Text Placeholder 4"/>
          <p:cNvSpPr/>
          <p:nvPr>
            <p:ph type="body" sz="quarter" idx="25" hasCustomPrompt="1"/>
          </p:nvPr>
        </p:nvSpPr>
        <p:spPr>
          <a:xfrm>
            <a:off x="4086638" y="4625892"/>
            <a:ext cx="498928" cy="321628"/>
          </a:xfrm>
          <a:prstGeom prst="rect">
            <a:avLst/>
          </a:prstGeom>
        </p:spPr>
        <p:txBody>
          <a:bodyPr>
            <a:normAutofit fontScale="100000" lnSpcReduction="0"/>
          </a:bodyPr>
          <a:lstStyle>
            <a:lvl1pPr algn="r">
              <a:defRPr b="1" sz="2000">
                <a:solidFill>
                  <a:srgbClr val="FFFFFF"/>
                </a:solidFill>
              </a:defRPr>
            </a:lvl1pPr>
          </a:lstStyle>
          <a:p>
            <a:pPr/>
            <a:r>
              <a:t>06</a:t>
            </a:r>
          </a:p>
        </p:txBody>
      </p:sp>
      <p:sp>
        <p:nvSpPr>
          <p:cNvPr id="84" name="Text Placeholder 4"/>
          <p:cNvSpPr/>
          <p:nvPr>
            <p:ph type="body" sz="quarter" idx="26" hasCustomPrompt="1"/>
          </p:nvPr>
        </p:nvSpPr>
        <p:spPr>
          <a:xfrm>
            <a:off x="4818929" y="1191039"/>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sp>
        <p:nvSpPr>
          <p:cNvPr id="85" name="Text Placeholder 4"/>
          <p:cNvSpPr/>
          <p:nvPr>
            <p:ph type="body" sz="quarter" idx="27" hasCustomPrompt="1"/>
          </p:nvPr>
        </p:nvSpPr>
        <p:spPr>
          <a:xfrm>
            <a:off x="4818929" y="1884105"/>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sp>
        <p:nvSpPr>
          <p:cNvPr id="86" name="Text Placeholder 4"/>
          <p:cNvSpPr/>
          <p:nvPr>
            <p:ph type="body" sz="quarter" idx="28" hasCustomPrompt="1"/>
          </p:nvPr>
        </p:nvSpPr>
        <p:spPr>
          <a:xfrm>
            <a:off x="4818929" y="2567011"/>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sp>
        <p:nvSpPr>
          <p:cNvPr id="87" name="Text Placeholder 4"/>
          <p:cNvSpPr/>
          <p:nvPr>
            <p:ph type="body" sz="quarter" idx="29" hasCustomPrompt="1"/>
          </p:nvPr>
        </p:nvSpPr>
        <p:spPr>
          <a:xfrm>
            <a:off x="4818929" y="3260078"/>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sp>
        <p:nvSpPr>
          <p:cNvPr id="88" name="Text Placeholder 4"/>
          <p:cNvSpPr/>
          <p:nvPr>
            <p:ph type="body" sz="quarter" idx="30" hasCustomPrompt="1"/>
          </p:nvPr>
        </p:nvSpPr>
        <p:spPr>
          <a:xfrm>
            <a:off x="4818929" y="3942984"/>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sp>
        <p:nvSpPr>
          <p:cNvPr id="89" name="Text Placeholder 4"/>
          <p:cNvSpPr/>
          <p:nvPr>
            <p:ph type="body" sz="quarter" idx="31" hasCustomPrompt="1"/>
          </p:nvPr>
        </p:nvSpPr>
        <p:spPr>
          <a:xfrm>
            <a:off x="4818929" y="4625892"/>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pic>
        <p:nvPicPr>
          <p:cNvPr id="90" name="Graphic 9" descr="Graphic 9"/>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91" name="TextBox 22"/>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92" name="Straight Connector 24"/>
          <p:cNvSpPr/>
          <p:nvPr/>
        </p:nvSpPr>
        <p:spPr>
          <a:xfrm flipH="1">
            <a:off x="3725348" y="914400"/>
            <a:ext cx="1" cy="5257800"/>
          </a:xfrm>
          <a:prstGeom prst="line">
            <a:avLst/>
          </a:prstGeom>
          <a:ln w="6350">
            <a:solidFill>
              <a:srgbClr val="D9D9D9"/>
            </a:solidFill>
            <a:miter/>
          </a:ln>
        </p:spPr>
        <p:txBody>
          <a:bodyPr lIns="45719" rIns="45719"/>
          <a:lstStyle/>
          <a:p>
            <a:pPr/>
          </a:p>
        </p:txBody>
      </p:sp>
      <p:sp>
        <p:nvSpPr>
          <p:cNvPr id="93"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Picture">
    <p:spTree>
      <p:nvGrpSpPr>
        <p:cNvPr id="1" name=""/>
        <p:cNvGrpSpPr/>
        <p:nvPr/>
      </p:nvGrpSpPr>
      <p:grpSpPr>
        <a:xfrm>
          <a:off x="0" y="0"/>
          <a:ext cx="0" cy="0"/>
          <a:chOff x="0" y="0"/>
          <a:chExt cx="0" cy="0"/>
        </a:xfrm>
      </p:grpSpPr>
      <p:sp>
        <p:nvSpPr>
          <p:cNvPr id="100" name="Slide Number"/>
          <p:cNvSpPr txBox="1"/>
          <p:nvPr>
            <p:ph type="sldNum" sz="quarter" idx="2"/>
          </p:nvPr>
        </p:nvSpPr>
        <p:spPr>
          <a:prstGeom prst="rect">
            <a:avLst/>
          </a:prstGeom>
        </p:spPr>
        <p:txBody>
          <a:bodyPr/>
          <a:lstStyle/>
          <a:p>
            <a:pPr/>
            <a:fld id="{86CB4B4D-7CA3-9044-876B-883B54F8677D}" type="slidenum"/>
          </a:p>
        </p:txBody>
      </p:sp>
      <p:sp>
        <p:nvSpPr>
          <p:cNvPr id="101" name="Picture Placeholder 2"/>
          <p:cNvSpPr/>
          <p:nvPr>
            <p:ph type="pic" idx="21"/>
          </p:nvPr>
        </p:nvSpPr>
        <p:spPr>
          <a:xfrm>
            <a:off x="0" y="0"/>
            <a:ext cx="12192000" cy="6858000"/>
          </a:xfrm>
          <a:prstGeom prst="rect">
            <a:avLst/>
          </a:prstGeom>
        </p:spPr>
        <p:txBody>
          <a:bodyPr lIns="91439" tIns="45719" rIns="91439" bIns="45719"/>
          <a:lstStyle/>
          <a:p>
            <a:pPr/>
          </a:p>
        </p:txBody>
      </p:sp>
      <p:pic>
        <p:nvPicPr>
          <p:cNvPr id="102" name="Graphic 7" descr="Graphic 7"/>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103" name="TextBox 23"/>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104" name="Contents"/>
          <p:cNvSpPr txBox="1"/>
          <p:nvPr>
            <p:ph type="title" hasCustomPrompt="1"/>
          </p:nvPr>
        </p:nvSpPr>
        <p:spPr>
          <a:xfrm>
            <a:off x="467139" y="1191039"/>
            <a:ext cx="3024847" cy="923331"/>
          </a:xfrm>
          <a:prstGeom prst="rect">
            <a:avLst/>
          </a:prstGeom>
        </p:spPr>
        <p:txBody>
          <a:bodyPr/>
          <a:lstStyle>
            <a:lvl1pPr>
              <a:defRPr b="0" sz="6000">
                <a:solidFill>
                  <a:srgbClr val="FFFFFF"/>
                </a:solidFill>
                <a:latin typeface="Calibri Light"/>
                <a:ea typeface="Calibri Light"/>
                <a:cs typeface="Calibri Light"/>
                <a:sym typeface="Calibri Light"/>
              </a:defRPr>
            </a:lvl1pPr>
          </a:lstStyle>
          <a:p>
            <a:pPr/>
            <a:r>
              <a:t>Contents</a:t>
            </a:r>
          </a:p>
        </p:txBody>
      </p:sp>
      <p:sp>
        <p:nvSpPr>
          <p:cNvPr id="105" name="Body Level One…"/>
          <p:cNvSpPr txBox="1"/>
          <p:nvPr>
            <p:ph type="body" sz="quarter" idx="1" hasCustomPrompt="1"/>
          </p:nvPr>
        </p:nvSpPr>
        <p:spPr>
          <a:xfrm>
            <a:off x="4086638" y="1191039"/>
            <a:ext cx="498929" cy="321628"/>
          </a:xfrm>
          <a:prstGeom prst="rect">
            <a:avLst/>
          </a:prstGeom>
        </p:spPr>
        <p:txBody>
          <a:bodyPr>
            <a:normAutofit fontScale="100000" lnSpcReduction="0"/>
          </a:bodyPr>
          <a:lstStyle>
            <a:lvl1pPr algn="r">
              <a:defRPr b="1" sz="2000">
                <a:solidFill>
                  <a:srgbClr val="FFFFFF"/>
                </a:solidFill>
              </a:defRPr>
            </a:lvl1pPr>
            <a:lvl2pPr marL="261257" indent="-261257" algn="r">
              <a:defRPr b="1" sz="2000">
                <a:solidFill>
                  <a:srgbClr val="FFFFFF"/>
                </a:solidFill>
              </a:defRPr>
            </a:lvl2pPr>
            <a:lvl3pPr marL="487679" indent="-304799" algn="r">
              <a:defRPr b="1" sz="2000">
                <a:solidFill>
                  <a:srgbClr val="FFFFFF"/>
                </a:solidFill>
              </a:defRPr>
            </a:lvl3pPr>
            <a:lvl4pPr marL="1752600" indent="-381000" algn="r">
              <a:defRPr b="1" sz="2000">
                <a:solidFill>
                  <a:srgbClr val="FFFFFF"/>
                </a:solidFill>
              </a:defRPr>
            </a:lvl4pPr>
            <a:lvl5pPr marL="2209800" indent="-381000" algn="r">
              <a:defRPr b="1" sz="2000">
                <a:solidFill>
                  <a:srgbClr val="FFFFFF"/>
                </a:solidFill>
              </a:defRPr>
            </a:lvl5pPr>
          </a:lstStyle>
          <a:p>
            <a:pPr/>
            <a:r>
              <a:t>01</a:t>
            </a:r>
          </a:p>
          <a:p>
            <a:pPr lvl="1"/>
            <a:r>
              <a:t/>
            </a:r>
          </a:p>
          <a:p>
            <a:pPr lvl="2"/>
            <a:r>
              <a:t/>
            </a:r>
          </a:p>
          <a:p>
            <a:pPr lvl="3"/>
            <a:r>
              <a:t/>
            </a:r>
          </a:p>
          <a:p>
            <a:pPr lvl="4"/>
            <a:r>
              <a:t/>
            </a:r>
          </a:p>
        </p:txBody>
      </p:sp>
      <p:sp>
        <p:nvSpPr>
          <p:cNvPr id="106" name="Text Placeholder 4"/>
          <p:cNvSpPr/>
          <p:nvPr>
            <p:ph type="body" sz="quarter" idx="22" hasCustomPrompt="1"/>
          </p:nvPr>
        </p:nvSpPr>
        <p:spPr>
          <a:xfrm>
            <a:off x="4086638" y="1884105"/>
            <a:ext cx="498928" cy="321628"/>
          </a:xfrm>
          <a:prstGeom prst="rect">
            <a:avLst/>
          </a:prstGeom>
        </p:spPr>
        <p:txBody>
          <a:bodyPr>
            <a:normAutofit fontScale="100000" lnSpcReduction="0"/>
          </a:bodyPr>
          <a:lstStyle>
            <a:lvl1pPr algn="r">
              <a:defRPr b="1" sz="2000">
                <a:solidFill>
                  <a:srgbClr val="FFFFFF"/>
                </a:solidFill>
              </a:defRPr>
            </a:lvl1pPr>
          </a:lstStyle>
          <a:p>
            <a:pPr/>
            <a:r>
              <a:t>02</a:t>
            </a:r>
          </a:p>
        </p:txBody>
      </p:sp>
      <p:sp>
        <p:nvSpPr>
          <p:cNvPr id="107" name="Text Placeholder 4"/>
          <p:cNvSpPr/>
          <p:nvPr>
            <p:ph type="body" sz="quarter" idx="23" hasCustomPrompt="1"/>
          </p:nvPr>
        </p:nvSpPr>
        <p:spPr>
          <a:xfrm>
            <a:off x="4086638" y="2567011"/>
            <a:ext cx="498928" cy="321628"/>
          </a:xfrm>
          <a:prstGeom prst="rect">
            <a:avLst/>
          </a:prstGeom>
        </p:spPr>
        <p:txBody>
          <a:bodyPr>
            <a:normAutofit fontScale="100000" lnSpcReduction="0"/>
          </a:bodyPr>
          <a:lstStyle>
            <a:lvl1pPr algn="r">
              <a:defRPr b="1" sz="2000">
                <a:solidFill>
                  <a:srgbClr val="FFFFFF"/>
                </a:solidFill>
              </a:defRPr>
            </a:lvl1pPr>
          </a:lstStyle>
          <a:p>
            <a:pPr/>
            <a:r>
              <a:t>03</a:t>
            </a:r>
          </a:p>
        </p:txBody>
      </p:sp>
      <p:sp>
        <p:nvSpPr>
          <p:cNvPr id="108" name="Text Placeholder 4"/>
          <p:cNvSpPr/>
          <p:nvPr>
            <p:ph type="body" sz="quarter" idx="24" hasCustomPrompt="1"/>
          </p:nvPr>
        </p:nvSpPr>
        <p:spPr>
          <a:xfrm>
            <a:off x="4086638" y="3260078"/>
            <a:ext cx="498928" cy="321628"/>
          </a:xfrm>
          <a:prstGeom prst="rect">
            <a:avLst/>
          </a:prstGeom>
        </p:spPr>
        <p:txBody>
          <a:bodyPr>
            <a:normAutofit fontScale="100000" lnSpcReduction="0"/>
          </a:bodyPr>
          <a:lstStyle>
            <a:lvl1pPr algn="r">
              <a:defRPr b="1" sz="2000">
                <a:solidFill>
                  <a:srgbClr val="FFFFFF"/>
                </a:solidFill>
              </a:defRPr>
            </a:lvl1pPr>
          </a:lstStyle>
          <a:p>
            <a:pPr/>
            <a:r>
              <a:t>04</a:t>
            </a:r>
          </a:p>
        </p:txBody>
      </p:sp>
      <p:sp>
        <p:nvSpPr>
          <p:cNvPr id="109" name="Text Placeholder 4"/>
          <p:cNvSpPr/>
          <p:nvPr>
            <p:ph type="body" sz="quarter" idx="25" hasCustomPrompt="1"/>
          </p:nvPr>
        </p:nvSpPr>
        <p:spPr>
          <a:xfrm>
            <a:off x="4086638" y="3942984"/>
            <a:ext cx="498928" cy="321628"/>
          </a:xfrm>
          <a:prstGeom prst="rect">
            <a:avLst/>
          </a:prstGeom>
        </p:spPr>
        <p:txBody>
          <a:bodyPr>
            <a:normAutofit fontScale="100000" lnSpcReduction="0"/>
          </a:bodyPr>
          <a:lstStyle>
            <a:lvl1pPr algn="r">
              <a:defRPr b="1" sz="2000">
                <a:solidFill>
                  <a:srgbClr val="FFFFFF"/>
                </a:solidFill>
              </a:defRPr>
            </a:lvl1pPr>
          </a:lstStyle>
          <a:p>
            <a:pPr/>
            <a:r>
              <a:t>05</a:t>
            </a:r>
          </a:p>
        </p:txBody>
      </p:sp>
      <p:sp>
        <p:nvSpPr>
          <p:cNvPr id="110" name="Text Placeholder 4"/>
          <p:cNvSpPr/>
          <p:nvPr>
            <p:ph type="body" sz="quarter" idx="26" hasCustomPrompt="1"/>
          </p:nvPr>
        </p:nvSpPr>
        <p:spPr>
          <a:xfrm>
            <a:off x="4086638" y="4625892"/>
            <a:ext cx="498928" cy="321628"/>
          </a:xfrm>
          <a:prstGeom prst="rect">
            <a:avLst/>
          </a:prstGeom>
        </p:spPr>
        <p:txBody>
          <a:bodyPr>
            <a:normAutofit fontScale="100000" lnSpcReduction="0"/>
          </a:bodyPr>
          <a:lstStyle>
            <a:lvl1pPr algn="r">
              <a:defRPr b="1" sz="2000">
                <a:solidFill>
                  <a:srgbClr val="FFFFFF"/>
                </a:solidFill>
              </a:defRPr>
            </a:lvl1pPr>
          </a:lstStyle>
          <a:p>
            <a:pPr/>
            <a:r>
              <a:t>06</a:t>
            </a:r>
          </a:p>
        </p:txBody>
      </p:sp>
      <p:sp>
        <p:nvSpPr>
          <p:cNvPr id="111" name="Text Placeholder 4"/>
          <p:cNvSpPr/>
          <p:nvPr>
            <p:ph type="body" sz="quarter" idx="27" hasCustomPrompt="1"/>
          </p:nvPr>
        </p:nvSpPr>
        <p:spPr>
          <a:xfrm>
            <a:off x="4818929" y="1191039"/>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sp>
        <p:nvSpPr>
          <p:cNvPr id="112" name="Text Placeholder 4"/>
          <p:cNvSpPr/>
          <p:nvPr>
            <p:ph type="body" sz="quarter" idx="28" hasCustomPrompt="1"/>
          </p:nvPr>
        </p:nvSpPr>
        <p:spPr>
          <a:xfrm>
            <a:off x="4818929" y="1884105"/>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sp>
        <p:nvSpPr>
          <p:cNvPr id="113" name="Text Placeholder 4"/>
          <p:cNvSpPr/>
          <p:nvPr>
            <p:ph type="body" sz="quarter" idx="29" hasCustomPrompt="1"/>
          </p:nvPr>
        </p:nvSpPr>
        <p:spPr>
          <a:xfrm>
            <a:off x="4818929" y="2567011"/>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sp>
        <p:nvSpPr>
          <p:cNvPr id="114" name="Text Placeholder 4"/>
          <p:cNvSpPr/>
          <p:nvPr>
            <p:ph type="body" sz="quarter" idx="30" hasCustomPrompt="1"/>
          </p:nvPr>
        </p:nvSpPr>
        <p:spPr>
          <a:xfrm>
            <a:off x="4818929" y="3260078"/>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sp>
        <p:nvSpPr>
          <p:cNvPr id="115" name="Text Placeholder 4"/>
          <p:cNvSpPr/>
          <p:nvPr>
            <p:ph type="body" sz="quarter" idx="31" hasCustomPrompt="1"/>
          </p:nvPr>
        </p:nvSpPr>
        <p:spPr>
          <a:xfrm>
            <a:off x="4818929" y="3942984"/>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sp>
        <p:nvSpPr>
          <p:cNvPr id="116" name="Text Placeholder 4"/>
          <p:cNvSpPr/>
          <p:nvPr>
            <p:ph type="body" sz="quarter" idx="32" hasCustomPrompt="1"/>
          </p:nvPr>
        </p:nvSpPr>
        <p:spPr>
          <a:xfrm>
            <a:off x="4818929" y="4625892"/>
            <a:ext cx="4554539" cy="321628"/>
          </a:xfrm>
          <a:prstGeom prst="rect">
            <a:avLst/>
          </a:prstGeom>
        </p:spPr>
        <p:txBody>
          <a:bodyPr>
            <a:normAutofit fontScale="100000" lnSpcReduction="0"/>
          </a:bodyPr>
          <a:lstStyle>
            <a:lvl1pPr>
              <a:defRPr sz="2000">
                <a:solidFill>
                  <a:srgbClr val="FFFFFF"/>
                </a:solidFill>
              </a:defRPr>
            </a:lvl1pPr>
          </a:lstStyle>
          <a:p>
            <a:pPr/>
            <a:r>
              <a:t>Section header here</a:t>
            </a:r>
          </a:p>
        </p:txBody>
      </p:sp>
      <p:sp>
        <p:nvSpPr>
          <p:cNvPr id="117" name="Straight Connector 44"/>
          <p:cNvSpPr/>
          <p:nvPr/>
        </p:nvSpPr>
        <p:spPr>
          <a:xfrm flipH="1">
            <a:off x="3725348" y="914400"/>
            <a:ext cx="1" cy="5257800"/>
          </a:xfrm>
          <a:prstGeom prst="line">
            <a:avLst/>
          </a:prstGeom>
          <a:ln w="6350">
            <a:solidFill>
              <a:srgbClr val="D9D9D9"/>
            </a:solidFill>
            <a:miter/>
          </a:ln>
        </p:spPr>
        <p:txBody>
          <a:bodyPr lIns="45719" rIns="45719"/>
          <a:lstStyle/>
          <a:p>
            <a:pPr/>
          </a:p>
        </p:txBody>
      </p:sp>
      <p:sp>
        <p:nvSpPr>
          <p:cNvPr id="118"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ivider">
    <p:spTree>
      <p:nvGrpSpPr>
        <p:cNvPr id="1" name=""/>
        <p:cNvGrpSpPr/>
        <p:nvPr/>
      </p:nvGrpSpPr>
      <p:grpSpPr>
        <a:xfrm>
          <a:off x="0" y="0"/>
          <a:ext cx="0" cy="0"/>
          <a:chOff x="0" y="0"/>
          <a:chExt cx="0" cy="0"/>
        </a:xfrm>
      </p:grpSpPr>
      <p:sp>
        <p:nvSpPr>
          <p:cNvPr id="125" name="Slide Number"/>
          <p:cNvSpPr txBox="1"/>
          <p:nvPr>
            <p:ph type="sldNum" sz="quarter" idx="2"/>
          </p:nvPr>
        </p:nvSpPr>
        <p:spPr>
          <a:prstGeom prst="rect">
            <a:avLst/>
          </a:prstGeom>
        </p:spPr>
        <p:txBody>
          <a:bodyPr/>
          <a:lstStyle/>
          <a:p>
            <a:pPr/>
            <a:fld id="{86CB4B4D-7CA3-9044-876B-883B54F8677D}" type="slidenum"/>
          </a:p>
        </p:txBody>
      </p:sp>
      <p:sp>
        <p:nvSpPr>
          <p:cNvPr id="126" name="Section Header"/>
          <p:cNvSpPr txBox="1"/>
          <p:nvPr>
            <p:ph type="title" hasCustomPrompt="1"/>
          </p:nvPr>
        </p:nvSpPr>
        <p:spPr>
          <a:xfrm>
            <a:off x="457201" y="2292310"/>
            <a:ext cx="7450139" cy="923331"/>
          </a:xfrm>
          <a:prstGeom prst="rect">
            <a:avLst/>
          </a:prstGeom>
        </p:spPr>
        <p:txBody>
          <a:bodyPr/>
          <a:lstStyle>
            <a:lvl1pPr>
              <a:defRPr b="0" sz="6000">
                <a:latin typeface="Calibri Light"/>
                <a:ea typeface="Calibri Light"/>
                <a:cs typeface="Calibri Light"/>
                <a:sym typeface="Calibri Light"/>
              </a:defRPr>
            </a:lvl1pPr>
          </a:lstStyle>
          <a:p>
            <a:pPr/>
            <a:r>
              <a:t>Section Header</a:t>
            </a:r>
          </a:p>
        </p:txBody>
      </p:sp>
      <p:sp>
        <p:nvSpPr>
          <p:cNvPr id="127" name="Body Level One…"/>
          <p:cNvSpPr txBox="1"/>
          <p:nvPr>
            <p:ph type="body" sz="half" idx="1"/>
          </p:nvPr>
        </p:nvSpPr>
        <p:spPr>
          <a:xfrm>
            <a:off x="457200" y="3429000"/>
            <a:ext cx="8632825" cy="2057400"/>
          </a:xfrm>
          <a:prstGeom prst="rect">
            <a:avLst/>
          </a:prstGeom>
        </p:spPr>
        <p:txBody>
          <a:bodyPr>
            <a:normAutofit fontScale="100000" lnSpcReduction="0"/>
          </a:bodyPr>
          <a:lstStyle>
            <a:lvl1pPr>
              <a:defRPr sz="1800"/>
            </a:lvl1pPr>
            <a:lvl2pPr marL="0" indent="0">
              <a:buSzTx/>
              <a:buNone/>
              <a:defRPr sz="1800"/>
            </a:lvl2pPr>
            <a:lvl3pPr marL="457200" indent="-274320">
              <a:defRPr sz="1800"/>
            </a:lvl3pPr>
            <a:lvl4pPr marL="1714500" indent="-342900">
              <a:defRPr sz="1800"/>
            </a:lvl4pPr>
            <a:lvl5pPr marL="2171700" indent="-342900">
              <a:defRPr sz="1800"/>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Divider-Black">
    <p:spTree>
      <p:nvGrpSpPr>
        <p:cNvPr id="1" name=""/>
        <p:cNvGrpSpPr/>
        <p:nvPr/>
      </p:nvGrpSpPr>
      <p:grpSpPr>
        <a:xfrm>
          <a:off x="0" y="0"/>
          <a:ext cx="0" cy="0"/>
          <a:chOff x="0" y="0"/>
          <a:chExt cx="0" cy="0"/>
        </a:xfrm>
      </p:grpSpPr>
      <p:pic>
        <p:nvPicPr>
          <p:cNvPr id="134"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135"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136" name="Slide Number"/>
          <p:cNvSpPr txBox="1"/>
          <p:nvPr>
            <p:ph type="sldNum" sz="quarter" idx="2"/>
          </p:nvPr>
        </p:nvSpPr>
        <p:spPr>
          <a:prstGeom prst="rect">
            <a:avLst/>
          </a:prstGeom>
        </p:spPr>
        <p:txBody>
          <a:bodyPr/>
          <a:lstStyle/>
          <a:p>
            <a:pPr/>
            <a:fld id="{86CB4B4D-7CA3-9044-876B-883B54F8677D}" type="slidenum"/>
          </a:p>
        </p:txBody>
      </p:sp>
      <p:sp>
        <p:nvSpPr>
          <p:cNvPr id="137" name="Rectangle 1"/>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138" name="Section Header"/>
          <p:cNvSpPr txBox="1"/>
          <p:nvPr>
            <p:ph type="title" hasCustomPrompt="1"/>
          </p:nvPr>
        </p:nvSpPr>
        <p:spPr>
          <a:xfrm>
            <a:off x="457201" y="2292310"/>
            <a:ext cx="7450139" cy="923331"/>
          </a:xfrm>
          <a:prstGeom prst="rect">
            <a:avLst/>
          </a:prstGeom>
        </p:spPr>
        <p:txBody>
          <a:bodyPr/>
          <a:lstStyle>
            <a:lvl1pPr>
              <a:defRPr b="0" sz="6000">
                <a:solidFill>
                  <a:srgbClr val="FFFFFF"/>
                </a:solidFill>
                <a:latin typeface="Calibri Light"/>
                <a:ea typeface="Calibri Light"/>
                <a:cs typeface="Calibri Light"/>
                <a:sym typeface="Calibri Light"/>
              </a:defRPr>
            </a:lvl1pPr>
          </a:lstStyle>
          <a:p>
            <a:pPr/>
            <a:r>
              <a:t>Section Header</a:t>
            </a:r>
          </a:p>
        </p:txBody>
      </p:sp>
      <p:sp>
        <p:nvSpPr>
          <p:cNvPr id="139" name="Body Level One…"/>
          <p:cNvSpPr txBox="1"/>
          <p:nvPr>
            <p:ph type="body" sz="half" idx="1"/>
          </p:nvPr>
        </p:nvSpPr>
        <p:spPr>
          <a:xfrm>
            <a:off x="457200" y="3429000"/>
            <a:ext cx="8632825" cy="2057400"/>
          </a:xfrm>
          <a:prstGeom prst="rect">
            <a:avLst/>
          </a:prstGeom>
        </p:spPr>
        <p:txBody>
          <a:bodyPr>
            <a:normAutofit fontScale="100000" lnSpcReduction="0"/>
          </a:bodyPr>
          <a:lstStyle>
            <a:lvl1pPr>
              <a:defRPr sz="1800">
                <a:solidFill>
                  <a:srgbClr val="FFFFFF"/>
                </a:solidFill>
              </a:defRPr>
            </a:lvl1pPr>
            <a:lvl2pPr marL="0" indent="0">
              <a:buSzTx/>
              <a:buNone/>
              <a:defRPr sz="1800">
                <a:solidFill>
                  <a:srgbClr val="FFFFFF"/>
                </a:solidFill>
              </a:defRPr>
            </a:lvl2pPr>
            <a:lvl3pPr marL="457200" indent="-274320">
              <a:defRPr sz="1800">
                <a:solidFill>
                  <a:srgbClr val="FFFFFF"/>
                </a:solidFill>
              </a:defRPr>
            </a:lvl3pPr>
            <a:lvl4pPr marL="1714500" indent="-342900">
              <a:defRPr sz="1800">
                <a:solidFill>
                  <a:srgbClr val="FFFFFF"/>
                </a:solidFill>
              </a:defRPr>
            </a:lvl4pPr>
            <a:lvl5pPr marL="2171700" indent="-342900">
              <a:defRPr sz="18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pic>
        <p:nvPicPr>
          <p:cNvPr id="140" name="Graphic 2" descr="Graphic 2"/>
          <p:cNvPicPr>
            <a:picLocks noChangeAspect="1"/>
          </p:cNvPicPr>
          <p:nvPr/>
        </p:nvPicPr>
        <p:blipFill>
          <a:blip r:embed="rId3">
            <a:extLst/>
          </a:blip>
          <a:stretch>
            <a:fillRect/>
          </a:stretch>
        </p:blipFill>
        <p:spPr>
          <a:xfrm>
            <a:off x="457201" y="6438901"/>
            <a:ext cx="540541" cy="190500"/>
          </a:xfrm>
          <a:prstGeom prst="rect">
            <a:avLst/>
          </a:prstGeom>
          <a:ln w="12700">
            <a:miter lim="400000"/>
          </a:ln>
        </p:spPr>
      </p:pic>
      <p:sp>
        <p:nvSpPr>
          <p:cNvPr id="141" name="TextBox 8"/>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142"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ivider-Picture">
    <p:spTree>
      <p:nvGrpSpPr>
        <p:cNvPr id="1" name=""/>
        <p:cNvGrpSpPr/>
        <p:nvPr/>
      </p:nvGrpSpPr>
      <p:grpSpPr>
        <a:xfrm>
          <a:off x="0" y="0"/>
          <a:ext cx="0" cy="0"/>
          <a:chOff x="0" y="0"/>
          <a:chExt cx="0" cy="0"/>
        </a:xfrm>
      </p:grpSpPr>
      <p:sp>
        <p:nvSpPr>
          <p:cNvPr id="149" name="Slide Number"/>
          <p:cNvSpPr txBox="1"/>
          <p:nvPr>
            <p:ph type="sldNum" sz="quarter" idx="2"/>
          </p:nvPr>
        </p:nvSpPr>
        <p:spPr>
          <a:prstGeom prst="rect">
            <a:avLst/>
          </a:prstGeom>
        </p:spPr>
        <p:txBody>
          <a:bodyPr/>
          <a:lstStyle/>
          <a:p>
            <a:pPr/>
            <a:fld id="{86CB4B4D-7CA3-9044-876B-883B54F8677D}" type="slidenum"/>
          </a:p>
        </p:txBody>
      </p:sp>
      <p:sp>
        <p:nvSpPr>
          <p:cNvPr id="150" name="Picture Placeholder 2"/>
          <p:cNvSpPr/>
          <p:nvPr>
            <p:ph type="pic" idx="21"/>
          </p:nvPr>
        </p:nvSpPr>
        <p:spPr>
          <a:xfrm>
            <a:off x="0" y="0"/>
            <a:ext cx="12192000" cy="6858000"/>
          </a:xfrm>
          <a:prstGeom prst="rect">
            <a:avLst/>
          </a:prstGeom>
        </p:spPr>
        <p:txBody>
          <a:bodyPr lIns="91439" tIns="45719" rIns="91439" bIns="45719"/>
          <a:lstStyle/>
          <a:p>
            <a:pPr/>
          </a:p>
        </p:txBody>
      </p:sp>
      <p:sp>
        <p:nvSpPr>
          <p:cNvPr id="151" name="Section Header"/>
          <p:cNvSpPr txBox="1"/>
          <p:nvPr>
            <p:ph type="title" hasCustomPrompt="1"/>
          </p:nvPr>
        </p:nvSpPr>
        <p:spPr>
          <a:xfrm>
            <a:off x="457201" y="2292310"/>
            <a:ext cx="7450139" cy="923331"/>
          </a:xfrm>
          <a:prstGeom prst="rect">
            <a:avLst/>
          </a:prstGeom>
        </p:spPr>
        <p:txBody>
          <a:bodyPr/>
          <a:lstStyle>
            <a:lvl1pPr>
              <a:defRPr b="0" sz="6000">
                <a:solidFill>
                  <a:srgbClr val="FFFFFF"/>
                </a:solidFill>
                <a:latin typeface="Calibri Light"/>
                <a:ea typeface="Calibri Light"/>
                <a:cs typeface="Calibri Light"/>
                <a:sym typeface="Calibri Light"/>
              </a:defRPr>
            </a:lvl1pPr>
          </a:lstStyle>
          <a:p>
            <a:pPr/>
            <a:r>
              <a:t>Section Header</a:t>
            </a:r>
          </a:p>
        </p:txBody>
      </p:sp>
      <p:sp>
        <p:nvSpPr>
          <p:cNvPr id="152" name="Body Level One…"/>
          <p:cNvSpPr txBox="1"/>
          <p:nvPr>
            <p:ph type="body" sz="half" idx="1"/>
          </p:nvPr>
        </p:nvSpPr>
        <p:spPr>
          <a:xfrm>
            <a:off x="457200" y="3429000"/>
            <a:ext cx="8632825" cy="2057400"/>
          </a:xfrm>
          <a:prstGeom prst="rect">
            <a:avLst/>
          </a:prstGeom>
        </p:spPr>
        <p:txBody>
          <a:bodyPr>
            <a:normAutofit fontScale="100000" lnSpcReduction="0"/>
          </a:bodyPr>
          <a:lstStyle>
            <a:lvl1pPr>
              <a:defRPr sz="1800">
                <a:solidFill>
                  <a:srgbClr val="FFFFFF"/>
                </a:solidFill>
              </a:defRPr>
            </a:lvl1pPr>
            <a:lvl2pPr marL="0" indent="0">
              <a:buSzTx/>
              <a:buNone/>
              <a:defRPr sz="1800">
                <a:solidFill>
                  <a:srgbClr val="FFFFFF"/>
                </a:solidFill>
              </a:defRPr>
            </a:lvl2pPr>
            <a:lvl3pPr marL="457200" indent="-274320">
              <a:defRPr sz="1800">
                <a:solidFill>
                  <a:srgbClr val="FFFFFF"/>
                </a:solidFill>
              </a:defRPr>
            </a:lvl3pPr>
            <a:lvl4pPr marL="1714500" indent="-342900">
              <a:defRPr sz="1800">
                <a:solidFill>
                  <a:srgbClr val="FFFFFF"/>
                </a:solidFill>
              </a:defRPr>
            </a:lvl4pPr>
            <a:lvl5pPr marL="2171700" indent="-342900">
              <a:defRPr sz="18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sp>
        <p:nvSpPr>
          <p:cNvPr id="153" name="TextBox 7"/>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154"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pic>
        <p:nvPicPr>
          <p:cNvPr id="155" name="Graphic 10" descr="Graphic 10"/>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
        <p:nvSpPr>
          <p:cNvPr id="163" name="Title Text"/>
          <p:cNvSpPr txBox="1"/>
          <p:nvPr>
            <p:ph type="title"/>
          </p:nvPr>
        </p:nvSpPr>
        <p:spPr>
          <a:prstGeom prst="rect">
            <a:avLst/>
          </a:prstGeom>
        </p:spPr>
        <p:txBody>
          <a:bodyPr/>
          <a:lstStyle/>
          <a:p>
            <a:pPr/>
            <a:r>
              <a:t>Title Text</a:t>
            </a:r>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UpSubtitle">
    <p:spTree>
      <p:nvGrpSpPr>
        <p:cNvPr id="1" name=""/>
        <p:cNvGrpSpPr/>
        <p:nvPr/>
      </p:nvGrpSpPr>
      <p:grpSpPr>
        <a:xfrm>
          <a:off x="0" y="0"/>
          <a:ext cx="0" cy="0"/>
          <a:chOff x="0" y="0"/>
          <a:chExt cx="0" cy="0"/>
        </a:xfrm>
      </p:grpSpPr>
      <p:pic>
        <p:nvPicPr>
          <p:cNvPr id="170"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171"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172" name="Slide Number"/>
          <p:cNvSpPr txBox="1"/>
          <p:nvPr>
            <p:ph type="sldNum" sz="quarter" idx="2"/>
          </p:nvPr>
        </p:nvSpPr>
        <p:spPr>
          <a:prstGeom prst="rect">
            <a:avLst/>
          </a:prstGeom>
        </p:spPr>
        <p:txBody>
          <a:bodyPr/>
          <a:lstStyle/>
          <a:p>
            <a:pPr/>
            <a:fld id="{86CB4B4D-7CA3-9044-876B-883B54F8677D}" type="slidenum"/>
          </a:p>
        </p:txBody>
      </p:sp>
      <p:sp>
        <p:nvSpPr>
          <p:cNvPr id="173" name="Title Text"/>
          <p:cNvSpPr txBox="1"/>
          <p:nvPr>
            <p:ph type="title"/>
          </p:nvPr>
        </p:nvSpPr>
        <p:spPr>
          <a:prstGeom prst="rect">
            <a:avLst/>
          </a:prstGeom>
        </p:spPr>
        <p:txBody>
          <a:bodyPr/>
          <a:lstStyle/>
          <a:p>
            <a:pPr/>
            <a:r>
              <a:t>Title Text</a:t>
            </a:r>
          </a:p>
        </p:txBody>
      </p:sp>
      <p:sp>
        <p:nvSpPr>
          <p:cNvPr id="174"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Subtitle">
    <p:spTree>
      <p:nvGrpSpPr>
        <p:cNvPr id="1" name=""/>
        <p:cNvGrpSpPr/>
        <p:nvPr/>
      </p:nvGrpSpPr>
      <p:grpSpPr>
        <a:xfrm>
          <a:off x="0" y="0"/>
          <a:ext cx="0" cy="0"/>
          <a:chOff x="0" y="0"/>
          <a:chExt cx="0" cy="0"/>
        </a:xfrm>
      </p:grpSpPr>
      <p:sp>
        <p:nvSpPr>
          <p:cNvPr id="181" name="Slide Number"/>
          <p:cNvSpPr txBox="1"/>
          <p:nvPr>
            <p:ph type="sldNum" sz="quarter" idx="2"/>
          </p:nvPr>
        </p:nvSpPr>
        <p:spPr>
          <a:prstGeom prst="rect">
            <a:avLst/>
          </a:prstGeom>
        </p:spPr>
        <p:txBody>
          <a:bodyPr/>
          <a:lstStyle/>
          <a:p>
            <a:pPr/>
            <a:fld id="{86CB4B4D-7CA3-9044-876B-883B54F8677D}" type="slidenum"/>
          </a:p>
        </p:txBody>
      </p:sp>
      <p:sp>
        <p:nvSpPr>
          <p:cNvPr id="182" name="Title Text"/>
          <p:cNvSpPr txBox="1"/>
          <p:nvPr>
            <p:ph type="title"/>
          </p:nvPr>
        </p:nvSpPr>
        <p:spPr>
          <a:prstGeom prst="rect">
            <a:avLst/>
          </a:prstGeom>
        </p:spPr>
        <p:txBody>
          <a:bodyPr/>
          <a:lstStyle/>
          <a:p>
            <a:pPr/>
            <a:r>
              <a:t>Title Text</a:t>
            </a:r>
          </a:p>
        </p:txBody>
      </p:sp>
      <p:sp>
        <p:nvSpPr>
          <p:cNvPr id="183"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184" name="Text Placeholder 8"/>
          <p:cNvSpPr/>
          <p:nvPr>
            <p:ph type="body" sz="quarter" idx="21"/>
          </p:nvPr>
        </p:nvSpPr>
        <p:spPr>
          <a:xfrm>
            <a:off x="457199" y="912147"/>
            <a:ext cx="11274554" cy="277000"/>
          </a:xfrm>
          <a:prstGeom prst="rect">
            <a:avLst/>
          </a:prstGeom>
        </p:spPr>
        <p:txBody>
          <a:bodyPr>
            <a:normAutofit fontScale="100000" lnSpcReduction="0"/>
          </a:bodyPr>
          <a:lstStyle/>
          <a:p>
            <a:pPr>
              <a:lnSpc>
                <a:spcPct val="100000"/>
              </a:lnSpc>
              <a:spcBef>
                <a:spcPts val="0"/>
              </a:spcBef>
              <a:defRPr sz="1800">
                <a:solidFill>
                  <a:schemeClr val="accent2"/>
                </a:solidFill>
              </a:defRPr>
            </a:pPr>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Black">
    <p:spTree>
      <p:nvGrpSpPr>
        <p:cNvPr id="1" name=""/>
        <p:cNvGrpSpPr/>
        <p:nvPr/>
      </p:nvGrpSpPr>
      <p:grpSpPr>
        <a:xfrm>
          <a:off x="0" y="0"/>
          <a:ext cx="0" cy="0"/>
          <a:chOff x="0" y="0"/>
          <a:chExt cx="0" cy="0"/>
        </a:xfrm>
      </p:grpSpPr>
      <p:sp>
        <p:nvSpPr>
          <p:cNvPr id="198" name="Slide Number"/>
          <p:cNvSpPr txBox="1"/>
          <p:nvPr>
            <p:ph type="sldNum" sz="quarter" idx="2"/>
          </p:nvPr>
        </p:nvSpPr>
        <p:spPr>
          <a:prstGeom prst="rect">
            <a:avLst/>
          </a:prstGeom>
        </p:spPr>
        <p:txBody>
          <a:bodyPr/>
          <a:lstStyle/>
          <a:p>
            <a:pPr/>
            <a:fld id="{86CB4B4D-7CA3-9044-876B-883B54F8677D}" type="slidenum"/>
          </a:p>
        </p:txBody>
      </p:sp>
      <p:sp>
        <p:nvSpPr>
          <p:cNvPr id="199" name="Rectangle 5"/>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pic>
        <p:nvPicPr>
          <p:cNvPr id="200"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201" name="TextBox 9"/>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202" name="Title Text"/>
          <p:cNvSpPr txBox="1"/>
          <p:nvPr>
            <p:ph type="title"/>
          </p:nvPr>
        </p:nvSpPr>
        <p:spPr>
          <a:prstGeom prst="rect">
            <a:avLst/>
          </a:prstGeom>
        </p:spPr>
        <p:txBody>
          <a:bodyPr/>
          <a:lstStyle>
            <a:lvl1pPr>
              <a:defRPr>
                <a:solidFill>
                  <a:srgbClr val="FFFFFF"/>
                </a:solidFill>
              </a:defRPr>
            </a:lvl1pPr>
          </a:lstStyle>
          <a:p>
            <a:pPr/>
            <a:r>
              <a:t>Title Text</a:t>
            </a:r>
          </a:p>
        </p:txBody>
      </p:sp>
      <p:sp>
        <p:nvSpPr>
          <p:cNvPr id="203"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204"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rrow">
    <p:spTree>
      <p:nvGrpSpPr>
        <p:cNvPr id="1" name=""/>
        <p:cNvGrpSpPr/>
        <p:nvPr/>
      </p:nvGrpSpPr>
      <p:grpSpPr>
        <a:xfrm>
          <a:off x="0" y="0"/>
          <a:ext cx="0" cy="0"/>
          <a:chOff x="0" y="0"/>
          <a:chExt cx="0" cy="0"/>
        </a:xfrm>
      </p:grpSpPr>
      <p:sp>
        <p:nvSpPr>
          <p:cNvPr id="211" name="Slide Number"/>
          <p:cNvSpPr txBox="1"/>
          <p:nvPr>
            <p:ph type="sldNum" sz="quarter" idx="2"/>
          </p:nvPr>
        </p:nvSpPr>
        <p:spPr>
          <a:prstGeom prst="rect">
            <a:avLst/>
          </a:prstGeom>
        </p:spPr>
        <p:txBody>
          <a:bodyPr/>
          <a:lstStyle/>
          <a:p>
            <a:pPr/>
            <a:fld id="{86CB4B4D-7CA3-9044-876B-883B54F8677D}" type="slidenum"/>
          </a:p>
        </p:txBody>
      </p:sp>
      <p:sp>
        <p:nvSpPr>
          <p:cNvPr id="212" name="Rectangle 4"/>
          <p:cNvSpPr/>
          <p:nvPr/>
        </p:nvSpPr>
        <p:spPr>
          <a:xfrm>
            <a:off x="-34033" y="0"/>
            <a:ext cx="6022083" cy="6858000"/>
          </a:xfrm>
          <a:prstGeom prst="rect">
            <a:avLst/>
          </a:prstGeom>
          <a:solidFill>
            <a:schemeClr val="accent4"/>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213" name="Title Text"/>
          <p:cNvSpPr txBox="1"/>
          <p:nvPr>
            <p:ph type="title"/>
          </p:nvPr>
        </p:nvSpPr>
        <p:spPr>
          <a:xfrm>
            <a:off x="457200" y="457200"/>
            <a:ext cx="3619500" cy="338554"/>
          </a:xfrm>
          <a:prstGeom prst="rect">
            <a:avLst/>
          </a:prstGeom>
        </p:spPr>
        <p:txBody>
          <a:bodyPr/>
          <a:lstStyle>
            <a:lvl1pPr>
              <a:defRPr>
                <a:solidFill>
                  <a:srgbClr val="FFFFFF"/>
                </a:solidFill>
              </a:defRPr>
            </a:lvl1pPr>
          </a:lstStyle>
          <a:p>
            <a:pPr/>
            <a:r>
              <a:t>Title Text</a:t>
            </a:r>
          </a:p>
        </p:txBody>
      </p:sp>
      <p:sp>
        <p:nvSpPr>
          <p:cNvPr id="214" name="Body Level One…"/>
          <p:cNvSpPr txBox="1"/>
          <p:nvPr>
            <p:ph type="body" sz="quarter" idx="1" hasCustomPrompt="1"/>
          </p:nvPr>
        </p:nvSpPr>
        <p:spPr>
          <a:xfrm>
            <a:off x="457200" y="231494"/>
            <a:ext cx="2407921"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215" name="Text Placeholder 2"/>
          <p:cNvSpPr/>
          <p:nvPr>
            <p:ph type="body" sz="quarter" idx="21" hasCustomPrompt="1"/>
          </p:nvPr>
        </p:nvSpPr>
        <p:spPr>
          <a:xfrm>
            <a:off x="476250" y="1600200"/>
            <a:ext cx="4991100" cy="1882309"/>
          </a:xfrm>
          <a:prstGeom prst="rect">
            <a:avLst/>
          </a:prstGeom>
        </p:spPr>
        <p:txBody>
          <a:bodyPr>
            <a:normAutofit fontScale="100000" lnSpcReduction="0"/>
          </a:bodyPr>
          <a:lstStyle>
            <a:lvl1pPr>
              <a:defRPr sz="1600">
                <a:solidFill>
                  <a:srgbClr val="FFFFFF"/>
                </a:solidFill>
                <a:latin typeface="Calibri Light"/>
                <a:ea typeface="Calibri Light"/>
                <a:cs typeface="Calibri Light"/>
                <a:sym typeface="Calibri Light"/>
              </a:defRPr>
            </a:lvl1pPr>
          </a:lstStyle>
          <a:p>
            <a:pPr/>
            <a: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a:t>
            </a:r>
          </a:p>
        </p:txBody>
      </p:sp>
      <p:pic>
        <p:nvPicPr>
          <p:cNvPr id="216" name="Graphic 7" descr="Graphic 7"/>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217" name="Isosceles Triangle 13"/>
          <p:cNvSpPr/>
          <p:nvPr/>
        </p:nvSpPr>
        <p:spPr>
          <a:xfrm flipH="1" rot="5400000">
            <a:off x="2835444" y="3152601"/>
            <a:ext cx="6858004" cy="552794"/>
          </a:xfrm>
          <a:prstGeom prst="triangle">
            <a:avLst/>
          </a:prstGeom>
          <a:solidFill>
            <a:schemeClr val="accent4"/>
          </a:solidFill>
          <a:ln w="12700">
            <a:miter lim="400000"/>
          </a:ln>
        </p:spPr>
        <p:txBody>
          <a:bodyPr lIns="0" tIns="0" rIns="0" bIns="0" anchor="ctr"/>
          <a:lstStyle/>
          <a:p>
            <a:pPr algn="ctr">
              <a:defRPr>
                <a:solidFill>
                  <a:srgbClr val="FFFFFF"/>
                </a:solidFill>
              </a:defRPr>
            </a:pPr>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1/6">
    <p:spTree>
      <p:nvGrpSpPr>
        <p:cNvPr id="1" name=""/>
        <p:cNvGrpSpPr/>
        <p:nvPr/>
      </p:nvGrpSpPr>
      <p:grpSpPr>
        <a:xfrm>
          <a:off x="0" y="0"/>
          <a:ext cx="0" cy="0"/>
          <a:chOff x="0" y="0"/>
          <a:chExt cx="0" cy="0"/>
        </a:xfrm>
      </p:grpSpPr>
      <p:sp>
        <p:nvSpPr>
          <p:cNvPr id="224" name="Slide Number"/>
          <p:cNvSpPr txBox="1"/>
          <p:nvPr>
            <p:ph type="sldNum" sz="quarter" idx="2"/>
          </p:nvPr>
        </p:nvSpPr>
        <p:spPr>
          <a:prstGeom prst="rect">
            <a:avLst/>
          </a:prstGeom>
        </p:spPr>
        <p:txBody>
          <a:bodyPr/>
          <a:lstStyle/>
          <a:p>
            <a:pPr/>
            <a:fld id="{86CB4B4D-7CA3-9044-876B-883B54F8677D}" type="slidenum"/>
          </a:p>
        </p:txBody>
      </p:sp>
      <p:sp>
        <p:nvSpPr>
          <p:cNvPr id="225" name="Rectangle 1"/>
          <p:cNvSpPr/>
          <p:nvPr/>
        </p:nvSpPr>
        <p:spPr>
          <a:xfrm flipH="1">
            <a:off x="9820274" y="0"/>
            <a:ext cx="2371724" cy="6858000"/>
          </a:xfrm>
          <a:prstGeom prst="rect">
            <a:avLst/>
          </a:prstGeom>
          <a:solidFill>
            <a:srgbClr val="F2F2F2"/>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226" name="TextBox 6"/>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227"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pPr>
          </a:p>
        </p:txBody>
      </p:sp>
      <p:sp>
        <p:nvSpPr>
          <p:cNvPr id="228"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229" name="Title Text"/>
          <p:cNvSpPr txBox="1"/>
          <p:nvPr>
            <p:ph type="title"/>
          </p:nvPr>
        </p:nvSpPr>
        <p:spPr>
          <a:xfrm>
            <a:off x="457200" y="457200"/>
            <a:ext cx="6546029" cy="457200"/>
          </a:xfrm>
          <a:prstGeom prst="rect">
            <a:avLst/>
          </a:prstGeom>
        </p:spPr>
        <p:txBody>
          <a:bodyPr/>
          <a:lstStyle/>
          <a:p>
            <a:pPr/>
            <a:r>
              <a:t>Title Text</a:t>
            </a:r>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ase Study-1/3">
    <p:spTree>
      <p:nvGrpSpPr>
        <p:cNvPr id="1" name=""/>
        <p:cNvGrpSpPr/>
        <p:nvPr/>
      </p:nvGrpSpPr>
      <p:grpSpPr>
        <a:xfrm>
          <a:off x="0" y="0"/>
          <a:ext cx="0" cy="0"/>
          <a:chOff x="0" y="0"/>
          <a:chExt cx="0" cy="0"/>
        </a:xfrm>
      </p:grpSpPr>
      <p:pic>
        <p:nvPicPr>
          <p:cNvPr id="236"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237"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238" name="Slide Number"/>
          <p:cNvSpPr txBox="1"/>
          <p:nvPr>
            <p:ph type="sldNum" sz="quarter" idx="2"/>
          </p:nvPr>
        </p:nvSpPr>
        <p:spPr>
          <a:prstGeom prst="rect">
            <a:avLst/>
          </a:prstGeom>
        </p:spPr>
        <p:txBody>
          <a:bodyPr/>
          <a:lstStyle/>
          <a:p>
            <a:pPr/>
            <a:fld id="{86CB4B4D-7CA3-9044-876B-883B54F8677D}" type="slidenum"/>
          </a:p>
        </p:txBody>
      </p:sp>
      <p:sp>
        <p:nvSpPr>
          <p:cNvPr id="239" name="Rectangle 1"/>
          <p:cNvSpPr/>
          <p:nvPr/>
        </p:nvSpPr>
        <p:spPr>
          <a:xfrm flipH="1">
            <a:off x="7907336" y="0"/>
            <a:ext cx="4284662" cy="6858000"/>
          </a:xfrm>
          <a:prstGeom prst="rect">
            <a:avLst/>
          </a:prstGeom>
          <a:solidFill>
            <a:srgbClr val="F2F2F2"/>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240" name="TextBox 6"/>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241"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pPr>
          </a:p>
        </p:txBody>
      </p:sp>
      <p:sp>
        <p:nvSpPr>
          <p:cNvPr id="242"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243" name="Title Text"/>
          <p:cNvSpPr txBox="1"/>
          <p:nvPr>
            <p:ph type="title"/>
          </p:nvPr>
        </p:nvSpPr>
        <p:spPr>
          <a:xfrm>
            <a:off x="457200" y="457200"/>
            <a:ext cx="6546029" cy="457200"/>
          </a:xfrm>
          <a:prstGeom prst="rect">
            <a:avLst/>
          </a:prstGeom>
        </p:spPr>
        <p:txBody>
          <a:bodyPr/>
          <a:lstStyle/>
          <a:p>
            <a:pPr/>
            <a:r>
              <a:t>Title Text</a:t>
            </a:r>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1/2">
    <p:spTree>
      <p:nvGrpSpPr>
        <p:cNvPr id="1" name=""/>
        <p:cNvGrpSpPr/>
        <p:nvPr/>
      </p:nvGrpSpPr>
      <p:grpSpPr>
        <a:xfrm>
          <a:off x="0" y="0"/>
          <a:ext cx="0" cy="0"/>
          <a:chOff x="0" y="0"/>
          <a:chExt cx="0" cy="0"/>
        </a:xfrm>
      </p:grpSpPr>
      <p:sp>
        <p:nvSpPr>
          <p:cNvPr id="250" name="Slide Number"/>
          <p:cNvSpPr txBox="1"/>
          <p:nvPr>
            <p:ph type="sldNum" sz="quarter" idx="2"/>
          </p:nvPr>
        </p:nvSpPr>
        <p:spPr>
          <a:prstGeom prst="rect">
            <a:avLst/>
          </a:prstGeom>
        </p:spPr>
        <p:txBody>
          <a:bodyPr/>
          <a:lstStyle/>
          <a:p>
            <a:pPr/>
            <a:fld id="{86CB4B4D-7CA3-9044-876B-883B54F8677D}" type="slidenum"/>
          </a:p>
        </p:txBody>
      </p:sp>
      <p:sp>
        <p:nvSpPr>
          <p:cNvPr id="251" name="Rectangle 1"/>
          <p:cNvSpPr/>
          <p:nvPr/>
        </p:nvSpPr>
        <p:spPr>
          <a:xfrm flipH="1">
            <a:off x="6095998" y="0"/>
            <a:ext cx="6096001" cy="6858000"/>
          </a:xfrm>
          <a:prstGeom prst="rect">
            <a:avLst/>
          </a:prstGeom>
          <a:solidFill>
            <a:srgbClr val="F2F2F2"/>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252" name="Title Text"/>
          <p:cNvSpPr txBox="1"/>
          <p:nvPr>
            <p:ph type="title"/>
          </p:nvPr>
        </p:nvSpPr>
        <p:spPr>
          <a:xfrm>
            <a:off x="457200" y="925689"/>
            <a:ext cx="4797425" cy="338555"/>
          </a:xfrm>
          <a:prstGeom prst="rect">
            <a:avLst/>
          </a:prstGeom>
        </p:spPr>
        <p:txBody>
          <a:bodyPr/>
          <a:lstStyle/>
          <a:p>
            <a:pPr/>
            <a:r>
              <a:t>Title Text</a:t>
            </a:r>
          </a:p>
        </p:txBody>
      </p:sp>
      <p:sp>
        <p:nvSpPr>
          <p:cNvPr id="253" name="TextBox 6"/>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254"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pPr>
          </a:p>
        </p:txBody>
      </p:sp>
      <p:sp>
        <p:nvSpPr>
          <p:cNvPr id="255" name="Body Level One…"/>
          <p:cNvSpPr txBox="1"/>
          <p:nvPr>
            <p:ph type="body" sz="quarter" idx="1" hasCustomPrompt="1"/>
          </p:nvPr>
        </p:nvSpPr>
        <p:spPr>
          <a:xfrm>
            <a:off x="6582020" y="964561"/>
            <a:ext cx="3291841" cy="246222"/>
          </a:xfrm>
          <a:prstGeom prst="rect">
            <a:avLst/>
          </a:prstGeom>
        </p:spPr>
        <p:txBody>
          <a:bodyPr anchor="ctr">
            <a:normAutofit fontScale="100000" lnSpcReduction="0"/>
          </a:bodyPr>
          <a:lstStyle>
            <a:lvl1pPr>
              <a:lnSpc>
                <a:spcPct val="100000"/>
              </a:lnSpc>
              <a:spcBef>
                <a:spcPts val="0"/>
              </a:spcBef>
              <a:defRPr b="1" spc="100" sz="1600"/>
            </a:lvl1pPr>
            <a:lvl2pPr marL="0" indent="171450">
              <a:lnSpc>
                <a:spcPct val="100000"/>
              </a:lnSpc>
              <a:spcBef>
                <a:spcPts val="0"/>
              </a:spcBef>
              <a:buSzTx/>
              <a:buNone/>
              <a:defRPr b="1" spc="100" sz="1600"/>
            </a:lvl2pPr>
            <a:lvl3pPr marL="407963" indent="-225083">
              <a:lnSpc>
                <a:spcPct val="100000"/>
              </a:lnSpc>
              <a:spcBef>
                <a:spcPts val="0"/>
              </a:spcBef>
              <a:defRPr b="1" spc="100" sz="1600"/>
            </a:lvl3pPr>
            <a:lvl4pPr marL="1652953" indent="-281353">
              <a:lnSpc>
                <a:spcPct val="100000"/>
              </a:lnSpc>
              <a:spcBef>
                <a:spcPts val="0"/>
              </a:spcBef>
              <a:defRPr b="1" spc="100" sz="1600"/>
            </a:lvl4pPr>
            <a:lvl5pPr marL="2110153" indent="-281353">
              <a:lnSpc>
                <a:spcPct val="100000"/>
              </a:lnSpc>
              <a:spcBef>
                <a:spcPts val="0"/>
              </a:spcBef>
              <a:defRPr b="1" spc="100" sz="1600"/>
            </a:lvl5pPr>
          </a:lstStyle>
          <a:p>
            <a:pPr/>
            <a:r>
              <a:t>Edit Master Text Styles</a:t>
            </a:r>
          </a:p>
          <a:p>
            <a:pPr lvl="1"/>
            <a:r>
              <a:t/>
            </a:r>
          </a:p>
          <a:p>
            <a:pPr lvl="2"/>
            <a:r>
              <a:t/>
            </a:r>
          </a:p>
          <a:p>
            <a:pPr lvl="3"/>
            <a:r>
              <a:t/>
            </a:r>
          </a:p>
          <a:p>
            <a:pPr lvl="4"/>
            <a:r>
              <a:t/>
            </a:r>
          </a:p>
        </p:txBody>
      </p:sp>
      <p:sp>
        <p:nvSpPr>
          <p:cNvPr id="256" name="Text Placeholder 10"/>
          <p:cNvSpPr/>
          <p:nvPr>
            <p:ph type="body" sz="quarter" idx="21" hasCustomPrompt="1"/>
          </p:nvPr>
        </p:nvSpPr>
        <p:spPr>
          <a:xfrm>
            <a:off x="6582019" y="3200113"/>
            <a:ext cx="3291842" cy="246222"/>
          </a:xfrm>
          <a:prstGeom prst="rect">
            <a:avLst/>
          </a:prstGeom>
        </p:spPr>
        <p:txBody>
          <a:bodyPr anchor="ctr">
            <a:normAutofit fontScale="100000" lnSpcReduction="0"/>
          </a:bodyPr>
          <a:lstStyle>
            <a:lvl1pPr>
              <a:lnSpc>
                <a:spcPct val="100000"/>
              </a:lnSpc>
              <a:spcBef>
                <a:spcPts val="0"/>
              </a:spcBef>
              <a:defRPr b="1" spc="100" sz="1600"/>
            </a:lvl1pPr>
          </a:lstStyle>
          <a:p>
            <a:pPr/>
            <a:r>
              <a:t>Edit Master Text Styles</a:t>
            </a:r>
          </a:p>
        </p:txBody>
      </p:sp>
      <p:sp>
        <p:nvSpPr>
          <p:cNvPr id="257" name="Text Placeholder 10"/>
          <p:cNvSpPr/>
          <p:nvPr>
            <p:ph type="body" sz="quarter" idx="22"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stStyle>
          <a:p>
            <a:pPr/>
            <a:r>
              <a:t>Click to add section title</a:t>
            </a:r>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1/2 Picture">
    <p:spTree>
      <p:nvGrpSpPr>
        <p:cNvPr id="1" name=""/>
        <p:cNvGrpSpPr/>
        <p:nvPr/>
      </p:nvGrpSpPr>
      <p:grpSpPr>
        <a:xfrm>
          <a:off x="0" y="0"/>
          <a:ext cx="0" cy="0"/>
          <a:chOff x="0" y="0"/>
          <a:chExt cx="0" cy="0"/>
        </a:xfrm>
      </p:grpSpPr>
      <p:sp>
        <p:nvSpPr>
          <p:cNvPr id="264" name="Slide Number"/>
          <p:cNvSpPr txBox="1"/>
          <p:nvPr>
            <p:ph type="sldNum" sz="quarter" idx="2"/>
          </p:nvPr>
        </p:nvSpPr>
        <p:spPr>
          <a:prstGeom prst="rect">
            <a:avLst/>
          </a:prstGeom>
        </p:spPr>
        <p:txBody>
          <a:bodyPr/>
          <a:lstStyle/>
          <a:p>
            <a:pPr/>
            <a:fld id="{86CB4B4D-7CA3-9044-876B-883B54F8677D}" type="slidenum"/>
          </a:p>
        </p:txBody>
      </p:sp>
      <p:sp>
        <p:nvSpPr>
          <p:cNvPr id="265" name="Rectangle 5"/>
          <p:cNvSpPr/>
          <p:nvPr/>
        </p:nvSpPr>
        <p:spPr>
          <a:xfrm flipH="1">
            <a:off x="6095998" y="0"/>
            <a:ext cx="6096001" cy="6858000"/>
          </a:xfrm>
          <a:prstGeom prst="rect">
            <a:avLst/>
          </a:prstGeom>
          <a:solidFill>
            <a:srgbClr val="F2F2F2"/>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266" name="Title Text"/>
          <p:cNvSpPr txBox="1"/>
          <p:nvPr>
            <p:ph type="title"/>
          </p:nvPr>
        </p:nvSpPr>
        <p:spPr>
          <a:xfrm>
            <a:off x="457200" y="457200"/>
            <a:ext cx="4797425" cy="457200"/>
          </a:xfrm>
          <a:prstGeom prst="rect">
            <a:avLst/>
          </a:prstGeom>
        </p:spPr>
        <p:txBody>
          <a:bodyPr/>
          <a:lstStyle/>
          <a:p>
            <a:pPr/>
            <a:r>
              <a:t>Title Text</a:t>
            </a:r>
          </a:p>
        </p:txBody>
      </p:sp>
      <p:sp>
        <p:nvSpPr>
          <p:cNvPr id="267" name="Picture Placeholder 2"/>
          <p:cNvSpPr/>
          <p:nvPr>
            <p:ph type="pic" idx="21"/>
          </p:nvPr>
        </p:nvSpPr>
        <p:spPr>
          <a:xfrm>
            <a:off x="6096000" y="0"/>
            <a:ext cx="6096000" cy="6858000"/>
          </a:xfrm>
          <a:prstGeom prst="rect">
            <a:avLst/>
          </a:prstGeom>
        </p:spPr>
        <p:txBody>
          <a:bodyPr lIns="91439" tIns="45719" rIns="91439" bIns="45719"/>
          <a:lstStyle/>
          <a:p>
            <a:pPr/>
          </a:p>
        </p:txBody>
      </p:sp>
      <p:sp>
        <p:nvSpPr>
          <p:cNvPr id="268"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269" name="TextBox 6"/>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270"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pPr>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Case Study-1/2 Picture Logo">
    <p:spTree>
      <p:nvGrpSpPr>
        <p:cNvPr id="1" name=""/>
        <p:cNvGrpSpPr/>
        <p:nvPr/>
      </p:nvGrpSpPr>
      <p:grpSpPr>
        <a:xfrm>
          <a:off x="0" y="0"/>
          <a:ext cx="0" cy="0"/>
          <a:chOff x="0" y="0"/>
          <a:chExt cx="0" cy="0"/>
        </a:xfrm>
      </p:grpSpPr>
      <p:sp>
        <p:nvSpPr>
          <p:cNvPr id="277" name="Slide Number"/>
          <p:cNvSpPr txBox="1"/>
          <p:nvPr>
            <p:ph type="sldNum" sz="quarter" idx="2"/>
          </p:nvPr>
        </p:nvSpPr>
        <p:spPr>
          <a:prstGeom prst="rect">
            <a:avLst/>
          </a:prstGeom>
        </p:spPr>
        <p:txBody>
          <a:bodyPr/>
          <a:lstStyle/>
          <a:p>
            <a:pPr/>
            <a:fld id="{86CB4B4D-7CA3-9044-876B-883B54F8677D}" type="slidenum"/>
          </a:p>
        </p:txBody>
      </p:sp>
      <p:sp>
        <p:nvSpPr>
          <p:cNvPr id="278" name="Rectangle 5"/>
          <p:cNvSpPr/>
          <p:nvPr/>
        </p:nvSpPr>
        <p:spPr>
          <a:xfrm flipH="1">
            <a:off x="6095998" y="0"/>
            <a:ext cx="6096001" cy="6858000"/>
          </a:xfrm>
          <a:prstGeom prst="rect">
            <a:avLst/>
          </a:prstGeom>
          <a:solidFill>
            <a:srgbClr val="F2F2F2"/>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279" name="Title Text"/>
          <p:cNvSpPr txBox="1"/>
          <p:nvPr>
            <p:ph type="title"/>
          </p:nvPr>
        </p:nvSpPr>
        <p:spPr>
          <a:xfrm>
            <a:off x="457200" y="914400"/>
            <a:ext cx="4797425" cy="457200"/>
          </a:xfrm>
          <a:prstGeom prst="rect">
            <a:avLst/>
          </a:prstGeom>
        </p:spPr>
        <p:txBody>
          <a:bodyPr/>
          <a:lstStyle/>
          <a:p>
            <a:pPr/>
            <a:r>
              <a:t>Title Text</a:t>
            </a:r>
          </a:p>
        </p:txBody>
      </p:sp>
      <p:sp>
        <p:nvSpPr>
          <p:cNvPr id="280" name="Picture Placeholder 2"/>
          <p:cNvSpPr/>
          <p:nvPr>
            <p:ph type="pic" idx="21"/>
          </p:nvPr>
        </p:nvSpPr>
        <p:spPr>
          <a:xfrm>
            <a:off x="6096000" y="0"/>
            <a:ext cx="6096000" cy="6858000"/>
          </a:xfrm>
          <a:prstGeom prst="rect">
            <a:avLst/>
          </a:prstGeom>
        </p:spPr>
        <p:txBody>
          <a:bodyPr lIns="91439" tIns="45719" rIns="91439" bIns="45719"/>
          <a:lstStyle/>
          <a:p>
            <a:pPr/>
          </a:p>
        </p:txBody>
      </p:sp>
      <p:sp>
        <p:nvSpPr>
          <p:cNvPr id="281"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282" name="TextBox 6"/>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283"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pPr>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2/3 Picture">
    <p:spTree>
      <p:nvGrpSpPr>
        <p:cNvPr id="1" name=""/>
        <p:cNvGrpSpPr/>
        <p:nvPr/>
      </p:nvGrpSpPr>
      <p:grpSpPr>
        <a:xfrm>
          <a:off x="0" y="0"/>
          <a:ext cx="0" cy="0"/>
          <a:chOff x="0" y="0"/>
          <a:chExt cx="0" cy="0"/>
        </a:xfrm>
      </p:grpSpPr>
      <p:sp>
        <p:nvSpPr>
          <p:cNvPr id="290" name="Slide Number"/>
          <p:cNvSpPr txBox="1"/>
          <p:nvPr>
            <p:ph type="sldNum" sz="quarter" idx="2"/>
          </p:nvPr>
        </p:nvSpPr>
        <p:spPr>
          <a:prstGeom prst="rect">
            <a:avLst/>
          </a:prstGeom>
        </p:spPr>
        <p:txBody>
          <a:bodyPr/>
          <a:lstStyle/>
          <a:p>
            <a:pPr/>
            <a:fld id="{86CB4B4D-7CA3-9044-876B-883B54F8677D}" type="slidenum"/>
          </a:p>
        </p:txBody>
      </p:sp>
      <p:sp>
        <p:nvSpPr>
          <p:cNvPr id="291" name="Rectangle 8"/>
          <p:cNvSpPr/>
          <p:nvPr/>
        </p:nvSpPr>
        <p:spPr>
          <a:xfrm>
            <a:off x="4302123" y="0"/>
            <a:ext cx="7889876" cy="6858000"/>
          </a:xfrm>
          <a:prstGeom prst="rect">
            <a:avLst/>
          </a:prstGeom>
          <a:solidFill>
            <a:srgbClr val="F2F2F2"/>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292" name="Title Text"/>
          <p:cNvSpPr txBox="1"/>
          <p:nvPr>
            <p:ph type="title"/>
          </p:nvPr>
        </p:nvSpPr>
        <p:spPr>
          <a:xfrm>
            <a:off x="457201" y="469900"/>
            <a:ext cx="3606928" cy="338554"/>
          </a:xfrm>
          <a:prstGeom prst="rect">
            <a:avLst/>
          </a:prstGeom>
        </p:spPr>
        <p:txBody>
          <a:bodyPr/>
          <a:lstStyle/>
          <a:p>
            <a:pPr/>
            <a:r>
              <a:t>Title Text</a:t>
            </a:r>
          </a:p>
        </p:txBody>
      </p:sp>
      <p:sp>
        <p:nvSpPr>
          <p:cNvPr id="293" name="TextBox 11"/>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294"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pPr>
          </a:p>
        </p:txBody>
      </p:sp>
      <p:sp>
        <p:nvSpPr>
          <p:cNvPr id="295" name="Picture Placeholder 2"/>
          <p:cNvSpPr/>
          <p:nvPr>
            <p:ph type="pic" idx="21"/>
          </p:nvPr>
        </p:nvSpPr>
        <p:spPr>
          <a:xfrm>
            <a:off x="4314697" y="0"/>
            <a:ext cx="7877303" cy="6858000"/>
          </a:xfrm>
          <a:prstGeom prst="rect">
            <a:avLst/>
          </a:prstGeom>
        </p:spPr>
        <p:txBody>
          <a:bodyPr lIns="91439" tIns="45719" rIns="91439" bIns="45719"/>
          <a:lstStyle/>
          <a:p>
            <a:pPr/>
          </a:p>
        </p:txBody>
      </p:sp>
      <p:sp>
        <p:nvSpPr>
          <p:cNvPr id="296"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2/3 Picture Logo">
    <p:spTree>
      <p:nvGrpSpPr>
        <p:cNvPr id="1" name=""/>
        <p:cNvGrpSpPr/>
        <p:nvPr/>
      </p:nvGrpSpPr>
      <p:grpSpPr>
        <a:xfrm>
          <a:off x="0" y="0"/>
          <a:ext cx="0" cy="0"/>
          <a:chOff x="0" y="0"/>
          <a:chExt cx="0" cy="0"/>
        </a:xfrm>
      </p:grpSpPr>
      <p:sp>
        <p:nvSpPr>
          <p:cNvPr id="303" name="Slide Number"/>
          <p:cNvSpPr txBox="1"/>
          <p:nvPr>
            <p:ph type="sldNum" sz="quarter" idx="2"/>
          </p:nvPr>
        </p:nvSpPr>
        <p:spPr>
          <a:prstGeom prst="rect">
            <a:avLst/>
          </a:prstGeom>
        </p:spPr>
        <p:txBody>
          <a:bodyPr/>
          <a:lstStyle/>
          <a:p>
            <a:pPr/>
            <a:fld id="{86CB4B4D-7CA3-9044-876B-883B54F8677D}" type="slidenum"/>
          </a:p>
        </p:txBody>
      </p:sp>
      <p:sp>
        <p:nvSpPr>
          <p:cNvPr id="304" name="Rectangle 8"/>
          <p:cNvSpPr/>
          <p:nvPr/>
        </p:nvSpPr>
        <p:spPr>
          <a:xfrm>
            <a:off x="4302123" y="0"/>
            <a:ext cx="7889876" cy="6858000"/>
          </a:xfrm>
          <a:prstGeom prst="rect">
            <a:avLst/>
          </a:prstGeom>
          <a:solidFill>
            <a:srgbClr val="F2F2F2"/>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305" name="Title Text"/>
          <p:cNvSpPr txBox="1"/>
          <p:nvPr>
            <p:ph type="title"/>
          </p:nvPr>
        </p:nvSpPr>
        <p:spPr>
          <a:xfrm>
            <a:off x="457201" y="924339"/>
            <a:ext cx="3606928" cy="338555"/>
          </a:xfrm>
          <a:prstGeom prst="rect">
            <a:avLst/>
          </a:prstGeom>
        </p:spPr>
        <p:txBody>
          <a:bodyPr/>
          <a:lstStyle/>
          <a:p>
            <a:pPr/>
            <a:r>
              <a:t>Title Text</a:t>
            </a:r>
          </a:p>
        </p:txBody>
      </p:sp>
      <p:sp>
        <p:nvSpPr>
          <p:cNvPr id="306" name="TextBox 11"/>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307"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pPr>
          </a:p>
        </p:txBody>
      </p:sp>
      <p:sp>
        <p:nvSpPr>
          <p:cNvPr id="308" name="Picture Placeholder 2"/>
          <p:cNvSpPr/>
          <p:nvPr>
            <p:ph type="pic" idx="21"/>
          </p:nvPr>
        </p:nvSpPr>
        <p:spPr>
          <a:xfrm>
            <a:off x="4314697" y="0"/>
            <a:ext cx="7877303" cy="6858000"/>
          </a:xfrm>
          <a:prstGeom prst="rect">
            <a:avLst/>
          </a:prstGeom>
        </p:spPr>
        <p:txBody>
          <a:bodyPr lIns="91439" tIns="45719" rIns="91439" bIns="45719"/>
          <a:lstStyle/>
          <a:p>
            <a:pPr/>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MockUp">
    <p:spTree>
      <p:nvGrpSpPr>
        <p:cNvPr id="1" name=""/>
        <p:cNvGrpSpPr/>
        <p:nvPr/>
      </p:nvGrpSpPr>
      <p:grpSpPr>
        <a:xfrm>
          <a:off x="0" y="0"/>
          <a:ext cx="0" cy="0"/>
          <a:chOff x="0" y="0"/>
          <a:chExt cx="0" cy="0"/>
        </a:xfrm>
      </p:grpSpPr>
      <p:sp>
        <p:nvSpPr>
          <p:cNvPr id="315" name="Slide Number"/>
          <p:cNvSpPr txBox="1"/>
          <p:nvPr>
            <p:ph type="sldNum" sz="quarter" idx="2"/>
          </p:nvPr>
        </p:nvSpPr>
        <p:spPr>
          <a:prstGeom prst="rect">
            <a:avLst/>
          </a:prstGeom>
        </p:spPr>
        <p:txBody>
          <a:bodyPr/>
          <a:lstStyle/>
          <a:p>
            <a:pPr/>
            <a:fld id="{86CB4B4D-7CA3-9044-876B-883B54F8677D}" type="slidenum"/>
          </a:p>
        </p:txBody>
      </p:sp>
      <p:sp>
        <p:nvSpPr>
          <p:cNvPr id="316" name="Rectangle 1"/>
          <p:cNvSpPr/>
          <p:nvPr/>
        </p:nvSpPr>
        <p:spPr>
          <a:xfrm>
            <a:off x="0" y="0"/>
            <a:ext cx="2378075" cy="6858000"/>
          </a:xfrm>
          <a:prstGeom prst="rect">
            <a:avLst/>
          </a:prstGeom>
          <a:solidFill>
            <a:srgbClr val="F2F2F2"/>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317" name="Title Text"/>
          <p:cNvSpPr txBox="1"/>
          <p:nvPr>
            <p:ph type="title"/>
          </p:nvPr>
        </p:nvSpPr>
        <p:spPr>
          <a:xfrm>
            <a:off x="4303841" y="1600200"/>
            <a:ext cx="4797426" cy="338554"/>
          </a:xfrm>
          <a:prstGeom prst="rect">
            <a:avLst/>
          </a:prstGeom>
        </p:spPr>
        <p:txBody>
          <a:bodyPr/>
          <a:lstStyle/>
          <a:p>
            <a:pPr/>
            <a:r>
              <a:t>Title Text</a:t>
            </a:r>
          </a:p>
        </p:txBody>
      </p:sp>
      <p:sp>
        <p:nvSpPr>
          <p:cNvPr id="318" name="Body Level One…"/>
          <p:cNvSpPr txBox="1"/>
          <p:nvPr>
            <p:ph type="body" sz="half" idx="1" hasCustomPrompt="1"/>
          </p:nvPr>
        </p:nvSpPr>
        <p:spPr>
          <a:xfrm>
            <a:off x="4316414" y="2286000"/>
            <a:ext cx="4784853" cy="3657600"/>
          </a:xfrm>
          <a:prstGeom prst="rect">
            <a:avLst/>
          </a:prstGeom>
        </p:spPr>
        <p:txBody>
          <a:bodyPr>
            <a:normAutofit fontScale="100000" lnSpcReduction="0"/>
          </a:bodyPr>
          <a:lstStyle>
            <a:lvl1pPr>
              <a:defRPr sz="1600"/>
            </a:lvl1pPr>
            <a:lvl2pPr marL="0" indent="0">
              <a:buSzTx/>
              <a:buNone/>
              <a:defRPr sz="1600"/>
            </a:lvl2pPr>
            <a:lvl3pPr marL="0" indent="182879">
              <a:buSzTx/>
              <a:buNone/>
              <a:defRPr sz="1600"/>
            </a:lvl3pPr>
            <a:lvl4pPr marL="1676400" indent="-304800">
              <a:defRPr sz="1600"/>
            </a:lvl4pPr>
            <a:lvl5pPr marL="2133600" indent="-304800">
              <a:defRPr sz="1600"/>
            </a:lvl5pPr>
          </a:lstStyle>
          <a:p>
            <a:pPr/>
            <a: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lvl="1"/>
            <a:r>
              <a:t/>
            </a:r>
          </a:p>
          <a:p>
            <a:pPr lvl="2"/>
            <a:r>
              <a:t/>
            </a:r>
          </a:p>
          <a:p>
            <a:pPr lvl="3"/>
            <a:r>
              <a:t/>
            </a:r>
          </a:p>
          <a:p>
            <a:pPr lvl="4"/>
            <a:r>
              <a:t/>
            </a:r>
          </a:p>
        </p:txBody>
      </p:sp>
      <p:pic>
        <p:nvPicPr>
          <p:cNvPr id="319" name="Graphic 11" descr="Graphic 11"/>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Mock Up Left">
    <p:spTree>
      <p:nvGrpSpPr>
        <p:cNvPr id="1" name=""/>
        <p:cNvGrpSpPr/>
        <p:nvPr/>
      </p:nvGrpSpPr>
      <p:grpSpPr>
        <a:xfrm>
          <a:off x="0" y="0"/>
          <a:ext cx="0" cy="0"/>
          <a:chOff x="0" y="0"/>
          <a:chExt cx="0" cy="0"/>
        </a:xfrm>
      </p:grpSpPr>
      <p:sp>
        <p:nvSpPr>
          <p:cNvPr id="326" name="Slide Number"/>
          <p:cNvSpPr txBox="1"/>
          <p:nvPr>
            <p:ph type="sldNum" sz="quarter" idx="2"/>
          </p:nvPr>
        </p:nvSpPr>
        <p:spPr>
          <a:prstGeom prst="rect">
            <a:avLst/>
          </a:prstGeom>
        </p:spPr>
        <p:txBody>
          <a:bodyPr/>
          <a:lstStyle/>
          <a:p>
            <a:pPr/>
            <a:fld id="{86CB4B4D-7CA3-9044-876B-883B54F8677D}" type="slidenum"/>
          </a:p>
        </p:txBody>
      </p:sp>
      <p:sp>
        <p:nvSpPr>
          <p:cNvPr id="327" name="Rectangle 1"/>
          <p:cNvSpPr/>
          <p:nvPr/>
        </p:nvSpPr>
        <p:spPr>
          <a:xfrm>
            <a:off x="-1" y="0"/>
            <a:ext cx="7180265" cy="6858000"/>
          </a:xfrm>
          <a:prstGeom prst="rect">
            <a:avLst/>
          </a:prstGeom>
          <a:solidFill>
            <a:srgbClr val="F2F2F2"/>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328" name="Title Text"/>
          <p:cNvSpPr txBox="1"/>
          <p:nvPr>
            <p:ph type="title"/>
          </p:nvPr>
        </p:nvSpPr>
        <p:spPr>
          <a:xfrm>
            <a:off x="457200" y="914400"/>
            <a:ext cx="4797425" cy="338554"/>
          </a:xfrm>
          <a:prstGeom prst="rect">
            <a:avLst/>
          </a:prstGeom>
        </p:spPr>
        <p:txBody>
          <a:bodyPr/>
          <a:lstStyle/>
          <a:p>
            <a:pPr/>
            <a:r>
              <a:t>Title Text</a:t>
            </a:r>
          </a:p>
        </p:txBody>
      </p:sp>
      <p:sp>
        <p:nvSpPr>
          <p:cNvPr id="329" name="Body Level One…"/>
          <p:cNvSpPr txBox="1"/>
          <p:nvPr>
            <p:ph type="body" sz="half" idx="1" hasCustomPrompt="1"/>
          </p:nvPr>
        </p:nvSpPr>
        <p:spPr>
          <a:xfrm>
            <a:off x="469773" y="1600200"/>
            <a:ext cx="4784853" cy="3657600"/>
          </a:xfrm>
          <a:prstGeom prst="rect">
            <a:avLst/>
          </a:prstGeom>
        </p:spPr>
        <p:txBody>
          <a:bodyPr>
            <a:normAutofit fontScale="100000" lnSpcReduction="0"/>
          </a:bodyPr>
          <a:lstStyle>
            <a:lvl1pPr>
              <a:defRPr sz="1600"/>
            </a:lvl1pPr>
            <a:lvl2pPr marL="0" indent="0">
              <a:buSzTx/>
              <a:buNone/>
              <a:defRPr sz="1600"/>
            </a:lvl2pPr>
            <a:lvl3pPr marL="0" indent="182879">
              <a:buSzTx/>
              <a:buNone/>
              <a:defRPr sz="1600"/>
            </a:lvl3pPr>
            <a:lvl4pPr marL="1676400" indent="-304800">
              <a:defRPr sz="1600"/>
            </a:lvl4pPr>
            <a:lvl5pPr marL="2133600" indent="-304800">
              <a:defRPr sz="1600"/>
            </a:lvl5pPr>
          </a:lstStyle>
          <a:p>
            <a:pPr/>
            <a: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lvl="1"/>
            <a:r>
              <a:t/>
            </a:r>
          </a:p>
          <a:p>
            <a:pPr lvl="2"/>
            <a:r>
              <a:t/>
            </a:r>
          </a:p>
          <a:p>
            <a:pPr lvl="3"/>
            <a:r>
              <a:t/>
            </a:r>
          </a:p>
          <a:p>
            <a:pPr lvl="4"/>
            <a:r>
              <a:t/>
            </a:r>
          </a:p>
        </p:txBody>
      </p:sp>
      <p:pic>
        <p:nvPicPr>
          <p:cNvPr id="330" name="Graphic 7" descr="Graphic 7"/>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331" name="Text Placeholder 10"/>
          <p:cNvSpPr/>
          <p:nvPr>
            <p:ph type="body" sz="quarter" idx="2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stStyle>
          <a:p>
            <a:pPr/>
            <a:r>
              <a:t>Click to add section title</a:t>
            </a:r>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Mock Up Black">
    <p:spTree>
      <p:nvGrpSpPr>
        <p:cNvPr id="1" name=""/>
        <p:cNvGrpSpPr/>
        <p:nvPr/>
      </p:nvGrpSpPr>
      <p:grpSpPr>
        <a:xfrm>
          <a:off x="0" y="0"/>
          <a:ext cx="0" cy="0"/>
          <a:chOff x="0" y="0"/>
          <a:chExt cx="0" cy="0"/>
        </a:xfrm>
      </p:grpSpPr>
      <p:sp>
        <p:nvSpPr>
          <p:cNvPr id="338" name="Slide Number"/>
          <p:cNvSpPr txBox="1"/>
          <p:nvPr>
            <p:ph type="sldNum" sz="quarter" idx="2"/>
          </p:nvPr>
        </p:nvSpPr>
        <p:spPr>
          <a:prstGeom prst="rect">
            <a:avLst/>
          </a:prstGeom>
        </p:spPr>
        <p:txBody>
          <a:bodyPr/>
          <a:lstStyle/>
          <a:p>
            <a:pPr/>
            <a:fld id="{86CB4B4D-7CA3-9044-876B-883B54F8677D}" type="slidenum"/>
          </a:p>
        </p:txBody>
      </p:sp>
      <p:sp>
        <p:nvSpPr>
          <p:cNvPr id="339" name="Rectangle 1"/>
          <p:cNvSpPr/>
          <p:nvPr/>
        </p:nvSpPr>
        <p:spPr>
          <a:xfrm>
            <a:off x="0" y="0"/>
            <a:ext cx="2378075"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340" name="Title Text"/>
          <p:cNvSpPr txBox="1"/>
          <p:nvPr>
            <p:ph type="title"/>
          </p:nvPr>
        </p:nvSpPr>
        <p:spPr>
          <a:xfrm>
            <a:off x="4303841" y="1600200"/>
            <a:ext cx="4797426" cy="338554"/>
          </a:xfrm>
          <a:prstGeom prst="rect">
            <a:avLst/>
          </a:prstGeom>
        </p:spPr>
        <p:txBody>
          <a:bodyPr/>
          <a:lstStyle/>
          <a:p>
            <a:pPr/>
            <a:r>
              <a:t>Title Text</a:t>
            </a:r>
          </a:p>
        </p:txBody>
      </p:sp>
      <p:sp>
        <p:nvSpPr>
          <p:cNvPr id="341" name="Body Level One…"/>
          <p:cNvSpPr txBox="1"/>
          <p:nvPr>
            <p:ph type="body" sz="half" idx="1" hasCustomPrompt="1"/>
          </p:nvPr>
        </p:nvSpPr>
        <p:spPr>
          <a:xfrm>
            <a:off x="4316414" y="2286000"/>
            <a:ext cx="4784853" cy="3657600"/>
          </a:xfrm>
          <a:prstGeom prst="rect">
            <a:avLst/>
          </a:prstGeom>
        </p:spPr>
        <p:txBody>
          <a:bodyPr>
            <a:normAutofit fontScale="100000" lnSpcReduction="0"/>
          </a:bodyPr>
          <a:lstStyle>
            <a:lvl1pPr>
              <a:defRPr sz="1600"/>
            </a:lvl1pPr>
            <a:lvl2pPr marL="0" indent="0">
              <a:buSzTx/>
              <a:buNone/>
              <a:defRPr sz="1600"/>
            </a:lvl2pPr>
            <a:lvl3pPr marL="0" indent="182879">
              <a:buSzTx/>
              <a:buNone/>
              <a:defRPr sz="1600"/>
            </a:lvl3pPr>
            <a:lvl4pPr marL="1676400" indent="-304800">
              <a:defRPr sz="1600"/>
            </a:lvl4pPr>
            <a:lvl5pPr marL="2133600" indent="-304800">
              <a:defRPr sz="1600"/>
            </a:lvl5pPr>
          </a:lstStyle>
          <a:p>
            <a:pPr/>
            <a: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lvl="1"/>
            <a:r>
              <a:t/>
            </a:r>
          </a:p>
          <a:p>
            <a:pPr lvl="2"/>
            <a:r>
              <a:t/>
            </a:r>
          </a:p>
          <a:p>
            <a:pPr lvl="3"/>
            <a:r>
              <a:t/>
            </a:r>
          </a:p>
          <a:p>
            <a:pPr lvl="4"/>
            <a:r>
              <a:t/>
            </a:r>
          </a:p>
        </p:txBody>
      </p:sp>
      <p:pic>
        <p:nvPicPr>
          <p:cNvPr id="342" name="Graphic 11" descr="Graphic 11"/>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Narrow">
    <p:spTree>
      <p:nvGrpSpPr>
        <p:cNvPr id="1" name=""/>
        <p:cNvGrpSpPr/>
        <p:nvPr/>
      </p:nvGrpSpPr>
      <p:grpSpPr>
        <a:xfrm>
          <a:off x="0" y="0"/>
          <a:ext cx="0" cy="0"/>
          <a:chOff x="0" y="0"/>
          <a:chExt cx="0" cy="0"/>
        </a:xfrm>
      </p:grpSpPr>
      <p:sp>
        <p:nvSpPr>
          <p:cNvPr id="349" name="Slide Number"/>
          <p:cNvSpPr txBox="1"/>
          <p:nvPr>
            <p:ph type="sldNum" sz="quarter" idx="2"/>
          </p:nvPr>
        </p:nvSpPr>
        <p:spPr>
          <a:prstGeom prst="rect">
            <a:avLst/>
          </a:prstGeom>
        </p:spPr>
        <p:txBody>
          <a:bodyPr/>
          <a:lstStyle/>
          <a:p>
            <a:pPr/>
            <a:fld id="{86CB4B4D-7CA3-9044-876B-883B54F8677D}" type="slidenum"/>
          </a:p>
        </p:txBody>
      </p:sp>
      <p:sp>
        <p:nvSpPr>
          <p:cNvPr id="350" name="Rectangle 4"/>
          <p:cNvSpPr/>
          <p:nvPr/>
        </p:nvSpPr>
        <p:spPr>
          <a:xfrm>
            <a:off x="-34033" y="0"/>
            <a:ext cx="3142359"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351" name="Title Text"/>
          <p:cNvSpPr txBox="1"/>
          <p:nvPr>
            <p:ph type="title"/>
          </p:nvPr>
        </p:nvSpPr>
        <p:spPr>
          <a:xfrm>
            <a:off x="457200" y="457200"/>
            <a:ext cx="2407921" cy="677108"/>
          </a:xfrm>
          <a:prstGeom prst="rect">
            <a:avLst/>
          </a:prstGeom>
        </p:spPr>
        <p:txBody>
          <a:bodyPr/>
          <a:lstStyle>
            <a:lvl1pPr>
              <a:defRPr>
                <a:solidFill>
                  <a:srgbClr val="FFFFFF"/>
                </a:solidFill>
              </a:defRPr>
            </a:lvl1pPr>
          </a:lstStyle>
          <a:p>
            <a:pPr/>
            <a:r>
              <a:t>Title Text</a:t>
            </a:r>
          </a:p>
        </p:txBody>
      </p:sp>
      <p:sp>
        <p:nvSpPr>
          <p:cNvPr id="352" name="Body Level One…"/>
          <p:cNvSpPr txBox="1"/>
          <p:nvPr>
            <p:ph type="body" sz="quarter" idx="1" hasCustomPrompt="1"/>
          </p:nvPr>
        </p:nvSpPr>
        <p:spPr>
          <a:xfrm>
            <a:off x="457200" y="231494"/>
            <a:ext cx="2407921"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pic>
        <p:nvPicPr>
          <p:cNvPr id="353" name="Graphic 7" descr="Graphic 7"/>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354" name="Picture Placeholder 2"/>
          <p:cNvSpPr/>
          <p:nvPr>
            <p:ph type="pic" idx="21"/>
          </p:nvPr>
        </p:nvSpPr>
        <p:spPr>
          <a:xfrm>
            <a:off x="3108325" y="0"/>
            <a:ext cx="9083675" cy="6858000"/>
          </a:xfrm>
          <a:prstGeom prst="rect">
            <a:avLst/>
          </a:prstGeom>
        </p:spPr>
        <p:txBody>
          <a:bodyPr lIns="91439" tIns="45719" rIns="91439" bIns="45719"/>
          <a:lstStyle/>
          <a:p>
            <a:pPr/>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2/3 Black">
    <p:spTree>
      <p:nvGrpSpPr>
        <p:cNvPr id="1" name=""/>
        <p:cNvGrpSpPr/>
        <p:nvPr/>
      </p:nvGrpSpPr>
      <p:grpSpPr>
        <a:xfrm>
          <a:off x="0" y="0"/>
          <a:ext cx="0" cy="0"/>
          <a:chOff x="0" y="0"/>
          <a:chExt cx="0" cy="0"/>
        </a:xfrm>
      </p:grpSpPr>
      <p:sp>
        <p:nvSpPr>
          <p:cNvPr id="361" name="Slide Number"/>
          <p:cNvSpPr txBox="1"/>
          <p:nvPr>
            <p:ph type="sldNum" sz="quarter" idx="2"/>
          </p:nvPr>
        </p:nvSpPr>
        <p:spPr>
          <a:prstGeom prst="rect">
            <a:avLst/>
          </a:prstGeom>
        </p:spPr>
        <p:txBody>
          <a:bodyPr/>
          <a:lstStyle/>
          <a:p>
            <a:pPr/>
            <a:fld id="{86CB4B4D-7CA3-9044-876B-883B54F8677D}" type="slidenum"/>
          </a:p>
        </p:txBody>
      </p:sp>
      <p:sp>
        <p:nvSpPr>
          <p:cNvPr id="362" name="Rectangle 1"/>
          <p:cNvSpPr/>
          <p:nvPr/>
        </p:nvSpPr>
        <p:spPr>
          <a:xfrm>
            <a:off x="0" y="0"/>
            <a:ext cx="4302125"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pic>
        <p:nvPicPr>
          <p:cNvPr id="363" name="Graphic 7" descr="Graphic 7"/>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364" name="Title Text"/>
          <p:cNvSpPr txBox="1"/>
          <p:nvPr>
            <p:ph type="title"/>
          </p:nvPr>
        </p:nvSpPr>
        <p:spPr>
          <a:xfrm>
            <a:off x="457201" y="499646"/>
            <a:ext cx="3606928" cy="338554"/>
          </a:xfrm>
          <a:prstGeom prst="rect">
            <a:avLst/>
          </a:prstGeom>
        </p:spPr>
        <p:txBody>
          <a:bodyPr/>
          <a:lstStyle>
            <a:lvl1pPr>
              <a:defRPr>
                <a:solidFill>
                  <a:srgbClr val="FFFFFF"/>
                </a:solidFill>
              </a:defRPr>
            </a:lvl1pPr>
          </a:lstStyle>
          <a:p>
            <a:pPr/>
            <a:r>
              <a:t>Title Text</a:t>
            </a:r>
          </a:p>
        </p:txBody>
      </p:sp>
      <p:sp>
        <p:nvSpPr>
          <p:cNvPr id="365"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Mock Up Left Black">
    <p:spTree>
      <p:nvGrpSpPr>
        <p:cNvPr id="1" name=""/>
        <p:cNvGrpSpPr/>
        <p:nvPr/>
      </p:nvGrpSpPr>
      <p:grpSpPr>
        <a:xfrm>
          <a:off x="0" y="0"/>
          <a:ext cx="0" cy="0"/>
          <a:chOff x="0" y="0"/>
          <a:chExt cx="0" cy="0"/>
        </a:xfrm>
      </p:grpSpPr>
      <p:sp>
        <p:nvSpPr>
          <p:cNvPr id="372" name="Slide Number"/>
          <p:cNvSpPr txBox="1"/>
          <p:nvPr>
            <p:ph type="sldNum" sz="quarter" idx="2"/>
          </p:nvPr>
        </p:nvSpPr>
        <p:spPr>
          <a:prstGeom prst="rect">
            <a:avLst/>
          </a:prstGeom>
        </p:spPr>
        <p:txBody>
          <a:bodyPr/>
          <a:lstStyle/>
          <a:p>
            <a:pPr/>
            <a:fld id="{86CB4B4D-7CA3-9044-876B-883B54F8677D}" type="slidenum"/>
          </a:p>
        </p:txBody>
      </p:sp>
      <p:sp>
        <p:nvSpPr>
          <p:cNvPr id="373" name="Rectangle 1"/>
          <p:cNvSpPr/>
          <p:nvPr/>
        </p:nvSpPr>
        <p:spPr>
          <a:xfrm>
            <a:off x="-1" y="0"/>
            <a:ext cx="7180265"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374" name="Title Text"/>
          <p:cNvSpPr txBox="1"/>
          <p:nvPr>
            <p:ph type="title"/>
          </p:nvPr>
        </p:nvSpPr>
        <p:spPr>
          <a:xfrm>
            <a:off x="457200" y="927352"/>
            <a:ext cx="4797425" cy="338555"/>
          </a:xfrm>
          <a:prstGeom prst="rect">
            <a:avLst/>
          </a:prstGeom>
        </p:spPr>
        <p:txBody>
          <a:bodyPr/>
          <a:lstStyle>
            <a:lvl1pPr>
              <a:defRPr>
                <a:solidFill>
                  <a:srgbClr val="FFFFFF"/>
                </a:solidFill>
              </a:defRPr>
            </a:lvl1pPr>
          </a:lstStyle>
          <a:p>
            <a:pPr/>
            <a:r>
              <a:t>Title Text</a:t>
            </a:r>
          </a:p>
        </p:txBody>
      </p:sp>
      <p:sp>
        <p:nvSpPr>
          <p:cNvPr id="375" name="Body Level One…"/>
          <p:cNvSpPr txBox="1"/>
          <p:nvPr>
            <p:ph type="body" sz="quarter" idx="1" hasCustomPrompt="1"/>
          </p:nvPr>
        </p:nvSpPr>
        <p:spPr>
          <a:xfrm>
            <a:off x="469773" y="1613152"/>
            <a:ext cx="4784853" cy="2965750"/>
          </a:xfrm>
          <a:prstGeom prst="rect">
            <a:avLst/>
          </a:prstGeom>
        </p:spPr>
        <p:txBody>
          <a:bodyPr>
            <a:normAutofit fontScale="100000" lnSpcReduction="0"/>
          </a:bodyPr>
          <a:lstStyle>
            <a:lvl1pPr>
              <a:defRPr sz="1600">
                <a:solidFill>
                  <a:srgbClr val="FFFFFF"/>
                </a:solidFill>
              </a:defRPr>
            </a:lvl1pPr>
            <a:lvl2pPr marL="0" indent="0">
              <a:buSzTx/>
              <a:buNone/>
              <a:defRPr sz="1600">
                <a:solidFill>
                  <a:srgbClr val="FFFFFF"/>
                </a:solidFill>
              </a:defRPr>
            </a:lvl2pPr>
            <a:lvl3pPr marL="0" indent="182879">
              <a:buSzTx/>
              <a:buNone/>
              <a:defRPr sz="1600">
                <a:solidFill>
                  <a:srgbClr val="FFFFFF"/>
                </a:solidFill>
              </a:defRPr>
            </a:lvl3pPr>
            <a:lvl4pPr marL="1676400" indent="-304800">
              <a:defRPr sz="1600">
                <a:solidFill>
                  <a:srgbClr val="FFFFFF"/>
                </a:solidFill>
              </a:defRPr>
            </a:lvl4pPr>
            <a:lvl5pPr marL="2133600" indent="-304800">
              <a:defRPr sz="1600">
                <a:solidFill>
                  <a:srgbClr val="FFFFFF"/>
                </a:solidFill>
              </a:defRPr>
            </a:lvl5pPr>
          </a:lstStyle>
          <a:p>
            <a:pPr/>
            <a: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lvl="1"/>
            <a:r>
              <a:t/>
            </a:r>
          </a:p>
          <a:p>
            <a:pPr lvl="2"/>
            <a:r>
              <a:t/>
            </a:r>
          </a:p>
          <a:p>
            <a:pPr lvl="3"/>
            <a:r>
              <a:t/>
            </a:r>
          </a:p>
          <a:p>
            <a:pPr lvl="4"/>
            <a:r>
              <a:t/>
            </a:r>
          </a:p>
        </p:txBody>
      </p:sp>
      <p:pic>
        <p:nvPicPr>
          <p:cNvPr id="376" name="Graphic 3" descr="Graphic 3"/>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377" name="Text Placeholder 10"/>
          <p:cNvSpPr/>
          <p:nvPr>
            <p:ph type="body" sz="quarter" idx="2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stStyle>
          <a:p>
            <a:pPr/>
            <a:r>
              <a:t>Click to add section title</a:t>
            </a:r>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Narrow-Black">
    <p:spTree>
      <p:nvGrpSpPr>
        <p:cNvPr id="1" name=""/>
        <p:cNvGrpSpPr/>
        <p:nvPr/>
      </p:nvGrpSpPr>
      <p:grpSpPr>
        <a:xfrm>
          <a:off x="0" y="0"/>
          <a:ext cx="0" cy="0"/>
          <a:chOff x="0" y="0"/>
          <a:chExt cx="0" cy="0"/>
        </a:xfrm>
      </p:grpSpPr>
      <p:sp>
        <p:nvSpPr>
          <p:cNvPr id="384" name="Slide Number"/>
          <p:cNvSpPr txBox="1"/>
          <p:nvPr>
            <p:ph type="sldNum" sz="quarter" idx="2"/>
          </p:nvPr>
        </p:nvSpPr>
        <p:spPr>
          <a:prstGeom prst="rect">
            <a:avLst/>
          </a:prstGeom>
        </p:spPr>
        <p:txBody>
          <a:bodyPr/>
          <a:lstStyle/>
          <a:p>
            <a:pPr/>
            <a:fld id="{86CB4B4D-7CA3-9044-876B-883B54F8677D}" type="slidenum"/>
          </a:p>
        </p:txBody>
      </p:sp>
      <p:sp>
        <p:nvSpPr>
          <p:cNvPr id="385" name="Title Text"/>
          <p:cNvSpPr txBox="1"/>
          <p:nvPr>
            <p:ph type="title"/>
          </p:nvPr>
        </p:nvSpPr>
        <p:spPr>
          <a:xfrm>
            <a:off x="457200" y="457200"/>
            <a:ext cx="2407921" cy="677108"/>
          </a:xfrm>
          <a:prstGeom prst="rect">
            <a:avLst/>
          </a:prstGeom>
        </p:spPr>
        <p:txBody>
          <a:bodyPr/>
          <a:lstStyle/>
          <a:p>
            <a:pPr/>
            <a:r>
              <a:t>Title Text</a:t>
            </a:r>
          </a:p>
        </p:txBody>
      </p:sp>
      <p:sp>
        <p:nvSpPr>
          <p:cNvPr id="386" name="Body Level One…"/>
          <p:cNvSpPr txBox="1"/>
          <p:nvPr>
            <p:ph type="body" sz="quarter" idx="1" hasCustomPrompt="1"/>
          </p:nvPr>
        </p:nvSpPr>
        <p:spPr>
          <a:xfrm>
            <a:off x="457200" y="231494"/>
            <a:ext cx="2407921"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387" name="Rectangle 1"/>
          <p:cNvSpPr/>
          <p:nvPr/>
        </p:nvSpPr>
        <p:spPr>
          <a:xfrm flipH="1">
            <a:off x="3108325" y="0"/>
            <a:ext cx="9083675"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388" name="TextBox 7"/>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389"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ase Study-1/2 Black">
    <p:spTree>
      <p:nvGrpSpPr>
        <p:cNvPr id="1" name=""/>
        <p:cNvGrpSpPr/>
        <p:nvPr/>
      </p:nvGrpSpPr>
      <p:grpSpPr>
        <a:xfrm>
          <a:off x="0" y="0"/>
          <a:ext cx="0" cy="0"/>
          <a:chOff x="0" y="0"/>
          <a:chExt cx="0" cy="0"/>
        </a:xfrm>
      </p:grpSpPr>
      <p:pic>
        <p:nvPicPr>
          <p:cNvPr id="396"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397"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398" name="Slide Number"/>
          <p:cNvSpPr txBox="1"/>
          <p:nvPr>
            <p:ph type="sldNum" sz="quarter" idx="2"/>
          </p:nvPr>
        </p:nvSpPr>
        <p:spPr>
          <a:prstGeom prst="rect">
            <a:avLst/>
          </a:prstGeom>
        </p:spPr>
        <p:txBody>
          <a:bodyPr/>
          <a:lstStyle/>
          <a:p>
            <a:pPr/>
            <a:fld id="{86CB4B4D-7CA3-9044-876B-883B54F8677D}" type="slidenum"/>
          </a:p>
        </p:txBody>
      </p:sp>
      <p:sp>
        <p:nvSpPr>
          <p:cNvPr id="399" name="Rectangle 1"/>
          <p:cNvSpPr/>
          <p:nvPr/>
        </p:nvSpPr>
        <p:spPr>
          <a:xfrm flipH="1">
            <a:off x="6095998" y="0"/>
            <a:ext cx="6096001"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400" name="TextBox 6"/>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401"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402" name="Title Text"/>
          <p:cNvSpPr txBox="1"/>
          <p:nvPr>
            <p:ph type="title"/>
          </p:nvPr>
        </p:nvSpPr>
        <p:spPr>
          <a:xfrm>
            <a:off x="457200" y="457200"/>
            <a:ext cx="4797425" cy="457200"/>
          </a:xfrm>
          <a:prstGeom prst="rect">
            <a:avLst/>
          </a:prstGeom>
        </p:spPr>
        <p:txBody>
          <a:bodyPr/>
          <a:lstStyle/>
          <a:p>
            <a:pPr/>
            <a:r>
              <a:t>Title Text</a:t>
            </a:r>
          </a:p>
        </p:txBody>
      </p:sp>
      <p:sp>
        <p:nvSpPr>
          <p:cNvPr id="403"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1/3 Black">
    <p:spTree>
      <p:nvGrpSpPr>
        <p:cNvPr id="1" name=""/>
        <p:cNvGrpSpPr/>
        <p:nvPr/>
      </p:nvGrpSpPr>
      <p:grpSpPr>
        <a:xfrm>
          <a:off x="0" y="0"/>
          <a:ext cx="0" cy="0"/>
          <a:chOff x="0" y="0"/>
          <a:chExt cx="0" cy="0"/>
        </a:xfrm>
      </p:grpSpPr>
      <p:sp>
        <p:nvSpPr>
          <p:cNvPr id="410" name="Slide Number"/>
          <p:cNvSpPr txBox="1"/>
          <p:nvPr>
            <p:ph type="sldNum" sz="quarter" idx="2"/>
          </p:nvPr>
        </p:nvSpPr>
        <p:spPr>
          <a:prstGeom prst="rect">
            <a:avLst/>
          </a:prstGeom>
        </p:spPr>
        <p:txBody>
          <a:bodyPr/>
          <a:lstStyle/>
          <a:p>
            <a:pPr/>
            <a:fld id="{86CB4B4D-7CA3-9044-876B-883B54F8677D}" type="slidenum"/>
          </a:p>
        </p:txBody>
      </p:sp>
      <p:sp>
        <p:nvSpPr>
          <p:cNvPr id="411" name="Rectangle 1"/>
          <p:cNvSpPr/>
          <p:nvPr/>
        </p:nvSpPr>
        <p:spPr>
          <a:xfrm flipH="1">
            <a:off x="7907336" y="0"/>
            <a:ext cx="4284661"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412" name="Title Text"/>
          <p:cNvSpPr txBox="1"/>
          <p:nvPr>
            <p:ph type="title"/>
          </p:nvPr>
        </p:nvSpPr>
        <p:spPr>
          <a:xfrm>
            <a:off x="457200" y="467138"/>
            <a:ext cx="4797425" cy="338555"/>
          </a:xfrm>
          <a:prstGeom prst="rect">
            <a:avLst/>
          </a:prstGeom>
        </p:spPr>
        <p:txBody>
          <a:bodyPr/>
          <a:lstStyle/>
          <a:p>
            <a:pPr/>
            <a:r>
              <a:t>Title Text</a:t>
            </a:r>
          </a:p>
        </p:txBody>
      </p:sp>
      <p:sp>
        <p:nvSpPr>
          <p:cNvPr id="413" name="TextBox 6"/>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414"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
        <p:nvSpPr>
          <p:cNvPr id="415"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1/6 Black">
    <p:spTree>
      <p:nvGrpSpPr>
        <p:cNvPr id="1" name=""/>
        <p:cNvGrpSpPr/>
        <p:nvPr/>
      </p:nvGrpSpPr>
      <p:grpSpPr>
        <a:xfrm>
          <a:off x="0" y="0"/>
          <a:ext cx="0" cy="0"/>
          <a:chOff x="0" y="0"/>
          <a:chExt cx="0" cy="0"/>
        </a:xfrm>
      </p:grpSpPr>
      <p:sp>
        <p:nvSpPr>
          <p:cNvPr id="422" name="Slide Number"/>
          <p:cNvSpPr txBox="1"/>
          <p:nvPr>
            <p:ph type="sldNum" sz="quarter" idx="2"/>
          </p:nvPr>
        </p:nvSpPr>
        <p:spPr>
          <a:prstGeom prst="rect">
            <a:avLst/>
          </a:prstGeom>
        </p:spPr>
        <p:txBody>
          <a:bodyPr/>
          <a:lstStyle/>
          <a:p>
            <a:pPr/>
            <a:fld id="{86CB4B4D-7CA3-9044-876B-883B54F8677D}" type="slidenum"/>
          </a:p>
        </p:txBody>
      </p:sp>
      <p:sp>
        <p:nvSpPr>
          <p:cNvPr id="423" name="Rectangle 1"/>
          <p:cNvSpPr/>
          <p:nvPr/>
        </p:nvSpPr>
        <p:spPr>
          <a:xfrm flipH="1">
            <a:off x="9820275" y="0"/>
            <a:ext cx="2371723"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424" name="Title Text"/>
          <p:cNvSpPr txBox="1"/>
          <p:nvPr>
            <p:ph type="title"/>
          </p:nvPr>
        </p:nvSpPr>
        <p:spPr>
          <a:xfrm>
            <a:off x="457200" y="467138"/>
            <a:ext cx="4797425" cy="338555"/>
          </a:xfrm>
          <a:prstGeom prst="rect">
            <a:avLst/>
          </a:prstGeom>
        </p:spPr>
        <p:txBody>
          <a:bodyPr/>
          <a:lstStyle/>
          <a:p>
            <a:pPr/>
            <a:r>
              <a:t>Title Text</a:t>
            </a:r>
          </a:p>
        </p:txBody>
      </p:sp>
      <p:sp>
        <p:nvSpPr>
          <p:cNvPr id="425" name="TextBox 6"/>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426"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
        <p:nvSpPr>
          <p:cNvPr id="427"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1/2 Picture Black">
    <p:spTree>
      <p:nvGrpSpPr>
        <p:cNvPr id="1" name=""/>
        <p:cNvGrpSpPr/>
        <p:nvPr/>
      </p:nvGrpSpPr>
      <p:grpSpPr>
        <a:xfrm>
          <a:off x="0" y="0"/>
          <a:ext cx="0" cy="0"/>
          <a:chOff x="0" y="0"/>
          <a:chExt cx="0" cy="0"/>
        </a:xfrm>
      </p:grpSpPr>
      <p:sp>
        <p:nvSpPr>
          <p:cNvPr id="434" name="Slide Number"/>
          <p:cNvSpPr txBox="1"/>
          <p:nvPr>
            <p:ph type="sldNum" sz="quarter" idx="2"/>
          </p:nvPr>
        </p:nvSpPr>
        <p:spPr>
          <a:prstGeom prst="rect">
            <a:avLst/>
          </a:prstGeom>
        </p:spPr>
        <p:txBody>
          <a:bodyPr/>
          <a:lstStyle/>
          <a:p>
            <a:pPr/>
            <a:fld id="{86CB4B4D-7CA3-9044-876B-883B54F8677D}" type="slidenum"/>
          </a:p>
        </p:txBody>
      </p:sp>
      <p:sp>
        <p:nvSpPr>
          <p:cNvPr id="435" name="Rectangle 1"/>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pic>
        <p:nvPicPr>
          <p:cNvPr id="436" name="Graphic 7" descr="Graphic 7"/>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437" name="TextBox 8"/>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438"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
        <p:nvSpPr>
          <p:cNvPr id="439" name="Picture Placeholder 2"/>
          <p:cNvSpPr/>
          <p:nvPr>
            <p:ph type="pic" idx="21"/>
          </p:nvPr>
        </p:nvSpPr>
        <p:spPr>
          <a:xfrm>
            <a:off x="6096000" y="0"/>
            <a:ext cx="6096000" cy="6858000"/>
          </a:xfrm>
          <a:prstGeom prst="rect">
            <a:avLst/>
          </a:prstGeom>
        </p:spPr>
        <p:txBody>
          <a:bodyPr lIns="91439" tIns="45719" rIns="91439" bIns="45719"/>
          <a:lstStyle/>
          <a:p>
            <a:pPr/>
          </a:p>
        </p:txBody>
      </p:sp>
      <p:sp>
        <p:nvSpPr>
          <p:cNvPr id="440" name="Title Text"/>
          <p:cNvSpPr txBox="1"/>
          <p:nvPr>
            <p:ph type="title"/>
          </p:nvPr>
        </p:nvSpPr>
        <p:spPr>
          <a:xfrm>
            <a:off x="457200" y="927352"/>
            <a:ext cx="4797425" cy="338555"/>
          </a:xfrm>
          <a:prstGeom prst="rect">
            <a:avLst/>
          </a:prstGeom>
        </p:spPr>
        <p:txBody>
          <a:bodyPr/>
          <a:lstStyle>
            <a:lvl1pPr>
              <a:defRPr>
                <a:solidFill>
                  <a:srgbClr val="FFFFFF"/>
                </a:solidFill>
              </a:defRPr>
            </a:lvl1pPr>
          </a:lstStyle>
          <a:p>
            <a:pPr/>
            <a:r>
              <a:t>Title Text</a:t>
            </a:r>
          </a:p>
        </p:txBody>
      </p:sp>
      <p:sp>
        <p:nvSpPr>
          <p:cNvPr id="441" name="Body Level One…"/>
          <p:cNvSpPr txBox="1"/>
          <p:nvPr>
            <p:ph type="body" sz="quarter" idx="1" hasCustomPrompt="1"/>
          </p:nvPr>
        </p:nvSpPr>
        <p:spPr>
          <a:xfrm>
            <a:off x="469773" y="1613152"/>
            <a:ext cx="4784853" cy="2965750"/>
          </a:xfrm>
          <a:prstGeom prst="rect">
            <a:avLst/>
          </a:prstGeom>
        </p:spPr>
        <p:txBody>
          <a:bodyPr>
            <a:normAutofit fontScale="100000" lnSpcReduction="0"/>
          </a:bodyPr>
          <a:lstStyle>
            <a:lvl1pPr>
              <a:defRPr sz="1600">
                <a:solidFill>
                  <a:srgbClr val="FFFFFF"/>
                </a:solidFill>
              </a:defRPr>
            </a:lvl1pPr>
            <a:lvl2pPr marL="0" indent="0">
              <a:buSzTx/>
              <a:buNone/>
              <a:defRPr sz="1600">
                <a:solidFill>
                  <a:srgbClr val="FFFFFF"/>
                </a:solidFill>
              </a:defRPr>
            </a:lvl2pPr>
            <a:lvl3pPr marL="0" indent="182879">
              <a:buSzTx/>
              <a:buNone/>
              <a:defRPr sz="1600">
                <a:solidFill>
                  <a:srgbClr val="FFFFFF"/>
                </a:solidFill>
              </a:defRPr>
            </a:lvl3pPr>
            <a:lvl4pPr marL="1676400" indent="-304800">
              <a:defRPr sz="1600">
                <a:solidFill>
                  <a:srgbClr val="FFFFFF"/>
                </a:solidFill>
              </a:defRPr>
            </a:lvl4pPr>
            <a:lvl5pPr marL="2133600" indent="-304800">
              <a:defRPr sz="1600">
                <a:solidFill>
                  <a:srgbClr val="FFFFFF"/>
                </a:solidFill>
              </a:defRPr>
            </a:lvl5pPr>
          </a:lstStyle>
          <a:p>
            <a:pPr/>
            <a: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lvl="1"/>
            <a:r>
              <a:t/>
            </a:r>
          </a:p>
          <a:p>
            <a:pPr lvl="2"/>
            <a:r>
              <a:t/>
            </a:r>
          </a:p>
          <a:p>
            <a:pPr lvl="3"/>
            <a:r>
              <a:t/>
            </a:r>
          </a:p>
          <a:p>
            <a:pPr lvl="4"/>
            <a:r>
              <a:t/>
            </a:r>
          </a:p>
        </p:txBody>
      </p:sp>
      <p:sp>
        <p:nvSpPr>
          <p:cNvPr id="442" name="Text Placeholder 10"/>
          <p:cNvSpPr/>
          <p:nvPr>
            <p:ph type="body" sz="quarter" idx="22"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stStyle>
          <a:p>
            <a:pPr/>
            <a:r>
              <a:t>Click to add section title</a:t>
            </a:r>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Statement ">
    <p:spTree>
      <p:nvGrpSpPr>
        <p:cNvPr id="1" name=""/>
        <p:cNvGrpSpPr/>
        <p:nvPr/>
      </p:nvGrpSpPr>
      <p:grpSpPr>
        <a:xfrm>
          <a:off x="0" y="0"/>
          <a:ext cx="0" cy="0"/>
          <a:chOff x="0" y="0"/>
          <a:chExt cx="0" cy="0"/>
        </a:xfrm>
      </p:grpSpPr>
      <p:sp>
        <p:nvSpPr>
          <p:cNvPr id="449" name="Slide Number"/>
          <p:cNvSpPr txBox="1"/>
          <p:nvPr>
            <p:ph type="sldNum" sz="quarter" idx="2"/>
          </p:nvPr>
        </p:nvSpPr>
        <p:spPr>
          <a:prstGeom prst="rect">
            <a:avLst/>
          </a:prstGeom>
        </p:spPr>
        <p:txBody>
          <a:bodyPr/>
          <a:lstStyle/>
          <a:p>
            <a:pPr/>
            <a:fld id="{86CB4B4D-7CA3-9044-876B-883B54F8677D}" type="slidenum"/>
          </a:p>
        </p:txBody>
      </p:sp>
      <p:sp>
        <p:nvSpPr>
          <p:cNvPr id="450" name="Rectangle 1"/>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451" name="Title Text"/>
          <p:cNvSpPr txBox="1"/>
          <p:nvPr>
            <p:ph type="title"/>
          </p:nvPr>
        </p:nvSpPr>
        <p:spPr>
          <a:xfrm>
            <a:off x="4303841" y="1600200"/>
            <a:ext cx="4797426" cy="338554"/>
          </a:xfrm>
          <a:prstGeom prst="rect">
            <a:avLst/>
          </a:prstGeom>
        </p:spPr>
        <p:txBody>
          <a:bodyPr/>
          <a:lstStyle>
            <a:lvl1pPr>
              <a:defRPr>
                <a:solidFill>
                  <a:srgbClr val="FFFFFF"/>
                </a:solidFill>
              </a:defRPr>
            </a:lvl1pPr>
          </a:lstStyle>
          <a:p>
            <a:pPr/>
            <a:r>
              <a:t>Title Text</a:t>
            </a:r>
          </a:p>
        </p:txBody>
      </p:sp>
      <p:sp>
        <p:nvSpPr>
          <p:cNvPr id="452" name="Body Level One…"/>
          <p:cNvSpPr txBox="1"/>
          <p:nvPr>
            <p:ph type="body" sz="half" idx="1" hasCustomPrompt="1"/>
          </p:nvPr>
        </p:nvSpPr>
        <p:spPr>
          <a:xfrm>
            <a:off x="4316414" y="2286000"/>
            <a:ext cx="4784853" cy="3657600"/>
          </a:xfrm>
          <a:prstGeom prst="rect">
            <a:avLst/>
          </a:prstGeom>
        </p:spPr>
        <p:txBody>
          <a:bodyPr>
            <a:normAutofit fontScale="100000" lnSpcReduction="0"/>
          </a:bodyPr>
          <a:lstStyle>
            <a:lvl1pPr>
              <a:defRPr sz="1600">
                <a:solidFill>
                  <a:srgbClr val="FFFFFF"/>
                </a:solidFill>
              </a:defRPr>
            </a:lvl1pPr>
            <a:lvl2pPr marL="0" indent="0">
              <a:buSzTx/>
              <a:buNone/>
              <a:defRPr sz="1600">
                <a:solidFill>
                  <a:srgbClr val="FFFFFF"/>
                </a:solidFill>
              </a:defRPr>
            </a:lvl2pPr>
            <a:lvl3pPr marL="0" indent="182879">
              <a:buSzTx/>
              <a:buNone/>
              <a:defRPr sz="1600">
                <a:solidFill>
                  <a:srgbClr val="FFFFFF"/>
                </a:solidFill>
              </a:defRPr>
            </a:lvl3pPr>
            <a:lvl4pPr marL="1676400" indent="-304800">
              <a:defRPr sz="1600">
                <a:solidFill>
                  <a:srgbClr val="FFFFFF"/>
                </a:solidFill>
              </a:defRPr>
            </a:lvl4pPr>
            <a:lvl5pPr marL="2133600" indent="-304800">
              <a:defRPr sz="1600">
                <a:solidFill>
                  <a:srgbClr val="FFFFFF"/>
                </a:solidFill>
              </a:defRPr>
            </a:lvl5pPr>
          </a:lstStyle>
          <a:p>
            <a:pPr/>
            <a: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popularised in the 1960s with the release of Letraset sheets containing Lorem Ipsum passages, and more recently with desktop publishing software like Aldus PageMaker including versions of Lorem Ipsum.</a:t>
            </a:r>
          </a:p>
          <a:p>
            <a:pPr lvl="1"/>
            <a:r>
              <a:t/>
            </a:r>
          </a:p>
          <a:p>
            <a:pPr lvl="2"/>
            <a:r>
              <a:t/>
            </a:r>
          </a:p>
          <a:p>
            <a:pPr lvl="3"/>
            <a:r>
              <a:t/>
            </a:r>
          </a:p>
          <a:p>
            <a:pPr lvl="4"/>
            <a:r>
              <a:t/>
            </a:r>
          </a:p>
        </p:txBody>
      </p:sp>
      <p:pic>
        <p:nvPicPr>
          <p:cNvPr id="453"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454" name="TextBox 7"/>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455"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4-Column Pictures ">
    <p:spTree>
      <p:nvGrpSpPr>
        <p:cNvPr id="1" name=""/>
        <p:cNvGrpSpPr/>
        <p:nvPr/>
      </p:nvGrpSpPr>
      <p:grpSpPr>
        <a:xfrm>
          <a:off x="0" y="0"/>
          <a:ext cx="0" cy="0"/>
          <a:chOff x="0" y="0"/>
          <a:chExt cx="0" cy="0"/>
        </a:xfrm>
      </p:grpSpPr>
      <p:sp>
        <p:nvSpPr>
          <p:cNvPr id="462" name="Slide Number"/>
          <p:cNvSpPr txBox="1"/>
          <p:nvPr>
            <p:ph type="sldNum" sz="quarter" idx="2"/>
          </p:nvPr>
        </p:nvSpPr>
        <p:spPr>
          <a:prstGeom prst="rect">
            <a:avLst/>
          </a:prstGeom>
        </p:spPr>
        <p:txBody>
          <a:bodyPr/>
          <a:lstStyle/>
          <a:p>
            <a:pPr/>
            <a:fld id="{86CB4B4D-7CA3-9044-876B-883B54F8677D}" type="slidenum"/>
          </a:p>
        </p:txBody>
      </p:sp>
      <p:sp>
        <p:nvSpPr>
          <p:cNvPr id="463" name="Title Text"/>
          <p:cNvSpPr txBox="1"/>
          <p:nvPr>
            <p:ph type="title"/>
          </p:nvPr>
        </p:nvSpPr>
        <p:spPr>
          <a:prstGeom prst="rect">
            <a:avLst/>
          </a:prstGeom>
        </p:spPr>
        <p:txBody>
          <a:bodyPr/>
          <a:lstStyle/>
          <a:p>
            <a:pPr/>
            <a:r>
              <a:t>Title Text</a:t>
            </a:r>
          </a:p>
        </p:txBody>
      </p:sp>
      <p:sp>
        <p:nvSpPr>
          <p:cNvPr id="464"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465" name="Text Placeholder 2"/>
          <p:cNvSpPr/>
          <p:nvPr>
            <p:ph type="body" sz="quarter" idx="21" hasCustomPrompt="1"/>
          </p:nvPr>
        </p:nvSpPr>
        <p:spPr>
          <a:xfrm>
            <a:off x="457199" y="2753525"/>
            <a:ext cx="2407922" cy="462115"/>
          </a:xfrm>
          <a:prstGeom prst="rect">
            <a:avLst/>
          </a:prstGeom>
        </p:spPr>
        <p:txBody>
          <a:bodyPr>
            <a:normAutofit fontScale="100000" lnSpcReduction="0"/>
          </a:bodyPr>
          <a:lstStyle>
            <a:lvl1pPr>
              <a:defRPr b="1"/>
            </a:lvl1pPr>
          </a:lstStyle>
          <a:p>
            <a:pPr/>
            <a:r>
              <a:t>Lorem ipsum dolor sit amet, consectetur adipiscing elit. </a:t>
            </a:r>
          </a:p>
        </p:txBody>
      </p:sp>
      <p:sp>
        <p:nvSpPr>
          <p:cNvPr id="466" name="Text Placeholder 2"/>
          <p:cNvSpPr/>
          <p:nvPr>
            <p:ph type="body" sz="quarter" idx="22" hasCustomPrompt="1"/>
          </p:nvPr>
        </p:nvSpPr>
        <p:spPr>
          <a:xfrm>
            <a:off x="457199" y="3434927"/>
            <a:ext cx="2407922" cy="2630593"/>
          </a:xfrm>
          <a:prstGeom prst="rect">
            <a:avLst/>
          </a:prstGeom>
        </p:spPr>
        <p:txBody>
          <a:bodyPr>
            <a:normAutofit fontScale="100000" lnSpcReduction="0"/>
          </a:bodyPr>
          <a:lstStyle>
            <a:lvl1pPr defTabSz="896111">
              <a:spcBef>
                <a:spcPts val="500"/>
              </a:spcBef>
              <a:defRPr sz="1176"/>
            </a:lvl1pPr>
          </a:lstStyle>
          <a:p>
            <a:pPr/>
            <a:r>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467" name="Text Placeholder 2"/>
          <p:cNvSpPr/>
          <p:nvPr>
            <p:ph type="body" sz="quarter" idx="23" hasCustomPrompt="1"/>
          </p:nvPr>
        </p:nvSpPr>
        <p:spPr>
          <a:xfrm>
            <a:off x="3413759" y="2753525"/>
            <a:ext cx="2407921" cy="462115"/>
          </a:xfrm>
          <a:prstGeom prst="rect">
            <a:avLst/>
          </a:prstGeom>
        </p:spPr>
        <p:txBody>
          <a:bodyPr>
            <a:normAutofit fontScale="100000" lnSpcReduction="0"/>
          </a:bodyPr>
          <a:lstStyle>
            <a:lvl1pPr>
              <a:defRPr b="1"/>
            </a:lvl1pPr>
          </a:lstStyle>
          <a:p>
            <a:pPr/>
            <a:r>
              <a:t>Lorem ipsum dolor sit amet, consectetur adipiscing elit. </a:t>
            </a:r>
          </a:p>
        </p:txBody>
      </p:sp>
      <p:sp>
        <p:nvSpPr>
          <p:cNvPr id="468" name="Text Placeholder 2"/>
          <p:cNvSpPr/>
          <p:nvPr>
            <p:ph type="body" sz="quarter" idx="24" hasCustomPrompt="1"/>
          </p:nvPr>
        </p:nvSpPr>
        <p:spPr>
          <a:xfrm>
            <a:off x="3413759" y="3434927"/>
            <a:ext cx="2407921" cy="2630593"/>
          </a:xfrm>
          <a:prstGeom prst="rect">
            <a:avLst/>
          </a:prstGeom>
        </p:spPr>
        <p:txBody>
          <a:bodyPr>
            <a:normAutofit fontScale="100000" lnSpcReduction="0"/>
          </a:bodyPr>
          <a:lstStyle>
            <a:lvl1pPr defTabSz="896111">
              <a:spcBef>
                <a:spcPts val="500"/>
              </a:spcBef>
              <a:defRPr sz="1176"/>
            </a:lvl1pPr>
          </a:lstStyle>
          <a:p>
            <a:pPr/>
            <a:r>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469" name="Text Placeholder 2"/>
          <p:cNvSpPr/>
          <p:nvPr>
            <p:ph type="body" sz="quarter" idx="25" hasCustomPrompt="1"/>
          </p:nvPr>
        </p:nvSpPr>
        <p:spPr>
          <a:xfrm>
            <a:off x="6370320" y="2753525"/>
            <a:ext cx="2407921" cy="462115"/>
          </a:xfrm>
          <a:prstGeom prst="rect">
            <a:avLst/>
          </a:prstGeom>
        </p:spPr>
        <p:txBody>
          <a:bodyPr>
            <a:normAutofit fontScale="100000" lnSpcReduction="0"/>
          </a:bodyPr>
          <a:lstStyle>
            <a:lvl1pPr>
              <a:defRPr b="1"/>
            </a:lvl1pPr>
          </a:lstStyle>
          <a:p>
            <a:pPr/>
            <a:r>
              <a:t>Lorem ipsum dolor sit amet, consectetur adipiscing elit. </a:t>
            </a:r>
          </a:p>
        </p:txBody>
      </p:sp>
      <p:sp>
        <p:nvSpPr>
          <p:cNvPr id="470" name="Text Placeholder 2"/>
          <p:cNvSpPr/>
          <p:nvPr>
            <p:ph type="body" sz="quarter" idx="26" hasCustomPrompt="1"/>
          </p:nvPr>
        </p:nvSpPr>
        <p:spPr>
          <a:xfrm>
            <a:off x="6370320" y="3434927"/>
            <a:ext cx="2407921" cy="2630593"/>
          </a:xfrm>
          <a:prstGeom prst="rect">
            <a:avLst/>
          </a:prstGeom>
        </p:spPr>
        <p:txBody>
          <a:bodyPr>
            <a:normAutofit fontScale="100000" lnSpcReduction="0"/>
          </a:bodyPr>
          <a:lstStyle>
            <a:lvl1pPr defTabSz="896111">
              <a:spcBef>
                <a:spcPts val="500"/>
              </a:spcBef>
              <a:defRPr sz="1176"/>
            </a:lvl1pPr>
          </a:lstStyle>
          <a:p>
            <a:pPr/>
            <a:r>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471" name="Text Placeholder 2"/>
          <p:cNvSpPr/>
          <p:nvPr>
            <p:ph type="body" sz="quarter" idx="27" hasCustomPrompt="1"/>
          </p:nvPr>
        </p:nvSpPr>
        <p:spPr>
          <a:xfrm>
            <a:off x="9326880" y="2753525"/>
            <a:ext cx="2407921" cy="462115"/>
          </a:xfrm>
          <a:prstGeom prst="rect">
            <a:avLst/>
          </a:prstGeom>
        </p:spPr>
        <p:txBody>
          <a:bodyPr>
            <a:normAutofit fontScale="100000" lnSpcReduction="0"/>
          </a:bodyPr>
          <a:lstStyle>
            <a:lvl1pPr>
              <a:defRPr b="1"/>
            </a:lvl1pPr>
          </a:lstStyle>
          <a:p>
            <a:pPr/>
            <a:r>
              <a:t>Lorem ipsum dolor sit amet, consectetur adipiscing elit. </a:t>
            </a:r>
          </a:p>
        </p:txBody>
      </p:sp>
      <p:sp>
        <p:nvSpPr>
          <p:cNvPr id="472" name="Text Placeholder 2"/>
          <p:cNvSpPr/>
          <p:nvPr>
            <p:ph type="body" sz="quarter" idx="28" hasCustomPrompt="1"/>
          </p:nvPr>
        </p:nvSpPr>
        <p:spPr>
          <a:xfrm>
            <a:off x="9326880" y="3434927"/>
            <a:ext cx="2407921" cy="2630593"/>
          </a:xfrm>
          <a:prstGeom prst="rect">
            <a:avLst/>
          </a:prstGeom>
        </p:spPr>
        <p:txBody>
          <a:bodyPr>
            <a:normAutofit fontScale="100000" lnSpcReduction="0"/>
          </a:bodyPr>
          <a:lstStyle>
            <a:lvl1pPr defTabSz="896111">
              <a:spcBef>
                <a:spcPts val="500"/>
              </a:spcBef>
              <a:defRPr sz="1176"/>
            </a:lvl1pPr>
          </a:lstStyle>
          <a:p>
            <a:pPr/>
            <a:r>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a:t>
            </a:r>
          </a:p>
        </p:txBody>
      </p:sp>
      <p:sp>
        <p:nvSpPr>
          <p:cNvPr id="473" name="Picture Placeholder 23"/>
          <p:cNvSpPr/>
          <p:nvPr>
            <p:ph type="pic" sz="quarter" idx="29"/>
          </p:nvPr>
        </p:nvSpPr>
        <p:spPr>
          <a:xfrm>
            <a:off x="463730" y="1143000"/>
            <a:ext cx="2408240" cy="1371600"/>
          </a:xfrm>
          <a:prstGeom prst="rect">
            <a:avLst/>
          </a:prstGeom>
        </p:spPr>
        <p:txBody>
          <a:bodyPr lIns="91439" tIns="45719" rIns="91439" bIns="45719"/>
          <a:lstStyle/>
          <a:p>
            <a:pPr/>
          </a:p>
        </p:txBody>
      </p:sp>
      <p:sp>
        <p:nvSpPr>
          <p:cNvPr id="474" name="Picture Placeholder 23"/>
          <p:cNvSpPr/>
          <p:nvPr>
            <p:ph type="pic" sz="quarter" idx="30"/>
          </p:nvPr>
        </p:nvSpPr>
        <p:spPr>
          <a:xfrm>
            <a:off x="3413442" y="1143000"/>
            <a:ext cx="2408239" cy="1371600"/>
          </a:xfrm>
          <a:prstGeom prst="rect">
            <a:avLst/>
          </a:prstGeom>
        </p:spPr>
        <p:txBody>
          <a:bodyPr lIns="91439" tIns="45719" rIns="91439" bIns="45719"/>
          <a:lstStyle/>
          <a:p>
            <a:pPr/>
          </a:p>
        </p:txBody>
      </p:sp>
      <p:sp>
        <p:nvSpPr>
          <p:cNvPr id="475" name="Picture Placeholder 23"/>
          <p:cNvSpPr/>
          <p:nvPr>
            <p:ph type="pic" sz="quarter" idx="31"/>
          </p:nvPr>
        </p:nvSpPr>
        <p:spPr>
          <a:xfrm>
            <a:off x="6363153" y="1143000"/>
            <a:ext cx="2408239" cy="1371600"/>
          </a:xfrm>
          <a:prstGeom prst="rect">
            <a:avLst/>
          </a:prstGeom>
        </p:spPr>
        <p:txBody>
          <a:bodyPr lIns="91439" tIns="45719" rIns="91439" bIns="45719"/>
          <a:lstStyle/>
          <a:p>
            <a:pPr/>
          </a:p>
        </p:txBody>
      </p:sp>
      <p:sp>
        <p:nvSpPr>
          <p:cNvPr id="476" name="Picture Placeholder 23"/>
          <p:cNvSpPr/>
          <p:nvPr>
            <p:ph type="pic" sz="quarter" idx="32"/>
          </p:nvPr>
        </p:nvSpPr>
        <p:spPr>
          <a:xfrm>
            <a:off x="9312864" y="1143000"/>
            <a:ext cx="2408239" cy="1371600"/>
          </a:xfrm>
          <a:prstGeom prst="rect">
            <a:avLst/>
          </a:prstGeom>
        </p:spPr>
        <p:txBody>
          <a:bodyPr lIns="91439" tIns="45719" rIns="91439" bIns="45719"/>
          <a:lstStyle/>
          <a:p>
            <a:pPr/>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3 Pictures">
    <p:spTree>
      <p:nvGrpSpPr>
        <p:cNvPr id="1" name=""/>
        <p:cNvGrpSpPr/>
        <p:nvPr/>
      </p:nvGrpSpPr>
      <p:grpSpPr>
        <a:xfrm>
          <a:off x="0" y="0"/>
          <a:ext cx="0" cy="0"/>
          <a:chOff x="0" y="0"/>
          <a:chExt cx="0" cy="0"/>
        </a:xfrm>
      </p:grpSpPr>
      <p:sp>
        <p:nvSpPr>
          <p:cNvPr id="483" name="Slide Number"/>
          <p:cNvSpPr txBox="1"/>
          <p:nvPr>
            <p:ph type="sldNum" sz="quarter" idx="2"/>
          </p:nvPr>
        </p:nvSpPr>
        <p:spPr>
          <a:prstGeom prst="rect">
            <a:avLst/>
          </a:prstGeom>
        </p:spPr>
        <p:txBody>
          <a:bodyPr/>
          <a:lstStyle/>
          <a:p>
            <a:pPr/>
            <a:fld id="{86CB4B4D-7CA3-9044-876B-883B54F8677D}" type="slidenum"/>
          </a:p>
        </p:txBody>
      </p:sp>
      <p:sp>
        <p:nvSpPr>
          <p:cNvPr id="484" name="Title Text"/>
          <p:cNvSpPr txBox="1"/>
          <p:nvPr>
            <p:ph type="title"/>
          </p:nvPr>
        </p:nvSpPr>
        <p:spPr>
          <a:xfrm>
            <a:off x="457201" y="4124959"/>
            <a:ext cx="3312160" cy="246222"/>
          </a:xfrm>
          <a:prstGeom prst="rect">
            <a:avLst/>
          </a:prstGeom>
        </p:spPr>
        <p:txBody>
          <a:bodyPr/>
          <a:lstStyle>
            <a:lvl1pPr>
              <a:defRPr sz="1600"/>
            </a:lvl1pPr>
          </a:lstStyle>
          <a:p>
            <a:pPr/>
            <a:r>
              <a:t>Title Text</a:t>
            </a:r>
          </a:p>
        </p:txBody>
      </p:sp>
      <p:sp>
        <p:nvSpPr>
          <p:cNvPr id="485" name="Body Level One…"/>
          <p:cNvSpPr txBox="1"/>
          <p:nvPr>
            <p:ph type="body" sz="quarter" idx="1" hasCustomPrompt="1"/>
          </p:nvPr>
        </p:nvSpPr>
        <p:spPr>
          <a:xfrm>
            <a:off x="469773" y="4502294"/>
            <a:ext cx="3299589" cy="802400"/>
          </a:xfrm>
          <a:prstGeom prst="rect">
            <a:avLst/>
          </a:prstGeom>
        </p:spPr>
        <p:txBody>
          <a:bodyPr>
            <a:normAutofit fontScale="100000" lnSpcReduction="0"/>
          </a:bodyPr>
          <a:lstStyle>
            <a:lvl1pPr>
              <a:defRPr sz="1200"/>
            </a:lvl1pPr>
            <a:lvl2pPr marL="0" indent="0">
              <a:buSzTx/>
              <a:buNone/>
              <a:defRPr sz="1200"/>
            </a:lvl2pPr>
            <a:lvl3pPr marL="0" indent="182879">
              <a:buSzTx/>
              <a:buNone/>
              <a:defRPr sz="1200"/>
            </a:lvl3pPr>
            <a:lvl4pPr marL="1600200" indent="-228600">
              <a:defRPr sz="1200"/>
            </a:lvl4pPr>
            <a:lvl5pPr marL="2057400" indent="-228600">
              <a:defRPr sz="1200"/>
            </a:lvl5pPr>
          </a:lstStyle>
          <a:p>
            <a:pPr/>
            <a:r>
              <a:t>Lorem Ipsum is simply dummy text of the printing and typesetting industry. Lorem Ipsum has been the industry's standard dummy text ever since the 1500s, when an unknown printer took a galley of type and</a:t>
            </a:r>
          </a:p>
          <a:p>
            <a:pPr lvl="1"/>
            <a:r>
              <a:t/>
            </a:r>
          </a:p>
          <a:p>
            <a:pPr lvl="2"/>
            <a:r>
              <a:t/>
            </a:r>
          </a:p>
          <a:p>
            <a:pPr lvl="3"/>
            <a:r>
              <a:t/>
            </a:r>
          </a:p>
          <a:p>
            <a:pPr lvl="4"/>
            <a:r>
              <a:t/>
            </a:r>
          </a:p>
        </p:txBody>
      </p:sp>
      <p:sp>
        <p:nvSpPr>
          <p:cNvPr id="486" name="Picture Placeholder 12"/>
          <p:cNvSpPr/>
          <p:nvPr>
            <p:ph type="pic" sz="quarter" idx="21"/>
          </p:nvPr>
        </p:nvSpPr>
        <p:spPr>
          <a:xfrm>
            <a:off x="0" y="0"/>
            <a:ext cx="4076700" cy="3429000"/>
          </a:xfrm>
          <a:prstGeom prst="rect">
            <a:avLst/>
          </a:prstGeom>
        </p:spPr>
        <p:txBody>
          <a:bodyPr lIns="91439" tIns="45719" rIns="91439" bIns="45719"/>
          <a:lstStyle/>
          <a:p>
            <a:pPr/>
          </a:p>
        </p:txBody>
      </p:sp>
      <p:sp>
        <p:nvSpPr>
          <p:cNvPr id="487" name="Picture Placeholder 12"/>
          <p:cNvSpPr/>
          <p:nvPr>
            <p:ph type="pic" sz="quarter" idx="22"/>
          </p:nvPr>
        </p:nvSpPr>
        <p:spPr>
          <a:xfrm>
            <a:off x="4076700" y="0"/>
            <a:ext cx="4064000" cy="3429000"/>
          </a:xfrm>
          <a:prstGeom prst="rect">
            <a:avLst/>
          </a:prstGeom>
        </p:spPr>
        <p:txBody>
          <a:bodyPr lIns="91439" tIns="45719" rIns="91439" bIns="45719"/>
          <a:lstStyle/>
          <a:p>
            <a:pPr/>
          </a:p>
        </p:txBody>
      </p:sp>
      <p:sp>
        <p:nvSpPr>
          <p:cNvPr id="488" name="Picture Placeholder 12"/>
          <p:cNvSpPr/>
          <p:nvPr>
            <p:ph type="pic" sz="quarter" idx="23"/>
          </p:nvPr>
        </p:nvSpPr>
        <p:spPr>
          <a:xfrm>
            <a:off x="8140700" y="0"/>
            <a:ext cx="4064000" cy="3429000"/>
          </a:xfrm>
          <a:prstGeom prst="rect">
            <a:avLst/>
          </a:prstGeom>
        </p:spPr>
        <p:txBody>
          <a:bodyPr lIns="91439" tIns="45719" rIns="91439" bIns="45719"/>
          <a:lstStyle/>
          <a:p>
            <a:pPr/>
          </a:p>
        </p:txBody>
      </p:sp>
      <p:sp>
        <p:nvSpPr>
          <p:cNvPr id="489" name="Text Placeholder 2"/>
          <p:cNvSpPr/>
          <p:nvPr>
            <p:ph type="body" sz="quarter" idx="24" hasCustomPrompt="1"/>
          </p:nvPr>
        </p:nvSpPr>
        <p:spPr>
          <a:xfrm>
            <a:off x="4314697" y="4502294"/>
            <a:ext cx="3299588" cy="802400"/>
          </a:xfrm>
          <a:prstGeom prst="rect">
            <a:avLst/>
          </a:prstGeom>
        </p:spPr>
        <p:txBody>
          <a:bodyPr>
            <a:normAutofit fontScale="100000" lnSpcReduction="0"/>
          </a:bodyPr>
          <a:lstStyle>
            <a:lvl1pPr>
              <a:defRPr sz="1200"/>
            </a:lvl1pPr>
          </a:lstStyle>
          <a:p>
            <a:pPr/>
            <a:r>
              <a:t>Lorem Ipsum is simply dummy text of the printing and typesetting industry. Lorem Ipsum has been the industry's standard dummy text ever since the 1500s, when an unknown printer took a galley of type and</a:t>
            </a:r>
          </a:p>
        </p:txBody>
      </p:sp>
      <p:sp>
        <p:nvSpPr>
          <p:cNvPr id="490" name="Text Placeholder 2"/>
          <p:cNvSpPr/>
          <p:nvPr>
            <p:ph type="body" sz="quarter" idx="25" hasCustomPrompt="1"/>
          </p:nvPr>
        </p:nvSpPr>
        <p:spPr>
          <a:xfrm>
            <a:off x="8406448" y="4502294"/>
            <a:ext cx="3299589" cy="802400"/>
          </a:xfrm>
          <a:prstGeom prst="rect">
            <a:avLst/>
          </a:prstGeom>
        </p:spPr>
        <p:txBody>
          <a:bodyPr>
            <a:normAutofit fontScale="100000" lnSpcReduction="0"/>
          </a:bodyPr>
          <a:lstStyle>
            <a:lvl1pPr>
              <a:defRPr sz="1200"/>
            </a:lvl1pPr>
          </a:lstStyle>
          <a:p>
            <a:pPr/>
            <a:r>
              <a:t>Lorem Ipsum is simply dummy text of the printing and typesetting industry. Lorem Ipsum has been the industry's standard dummy text ever since the 1500s, when an unknown printer took a galley of type and</a:t>
            </a:r>
          </a:p>
        </p:txBody>
      </p:sp>
      <p:sp>
        <p:nvSpPr>
          <p:cNvPr id="491" name="Text Placeholder 3"/>
          <p:cNvSpPr/>
          <p:nvPr>
            <p:ph type="body" sz="quarter" idx="26"/>
          </p:nvPr>
        </p:nvSpPr>
        <p:spPr>
          <a:xfrm>
            <a:off x="4302125" y="4124325"/>
            <a:ext cx="3311525" cy="246221"/>
          </a:xfrm>
          <a:prstGeom prst="rect">
            <a:avLst/>
          </a:prstGeom>
        </p:spPr>
        <p:txBody>
          <a:bodyPr>
            <a:normAutofit fontScale="100000" lnSpcReduction="0"/>
          </a:bodyPr>
          <a:lstStyle/>
          <a:p>
            <a:pPr>
              <a:lnSpc>
                <a:spcPct val="100000"/>
              </a:lnSpc>
              <a:spcBef>
                <a:spcPts val="0"/>
              </a:spcBef>
              <a:defRPr b="1" sz="1600"/>
            </a:pPr>
          </a:p>
        </p:txBody>
      </p:sp>
      <p:sp>
        <p:nvSpPr>
          <p:cNvPr id="492" name="Text Placeholder 5"/>
          <p:cNvSpPr/>
          <p:nvPr>
            <p:ph type="body" sz="quarter" idx="27"/>
          </p:nvPr>
        </p:nvSpPr>
        <p:spPr>
          <a:xfrm>
            <a:off x="8406448" y="4114800"/>
            <a:ext cx="3312160" cy="246221"/>
          </a:xfrm>
          <a:prstGeom prst="rect">
            <a:avLst/>
          </a:prstGeom>
        </p:spPr>
        <p:txBody>
          <a:bodyPr>
            <a:normAutofit fontScale="100000" lnSpcReduction="0"/>
          </a:bodyPr>
          <a:lstStyle/>
          <a:p>
            <a:pPr>
              <a:lnSpc>
                <a:spcPct val="100000"/>
              </a:lnSpc>
              <a:spcBef>
                <a:spcPts val="0"/>
              </a:spcBef>
              <a:defRPr b="1" sz="1600"/>
            </a:pPr>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se Study-4 Pictures">
    <p:spTree>
      <p:nvGrpSpPr>
        <p:cNvPr id="1" name=""/>
        <p:cNvGrpSpPr/>
        <p:nvPr/>
      </p:nvGrpSpPr>
      <p:grpSpPr>
        <a:xfrm>
          <a:off x="0" y="0"/>
          <a:ext cx="0" cy="0"/>
          <a:chOff x="0" y="0"/>
          <a:chExt cx="0" cy="0"/>
        </a:xfrm>
      </p:grpSpPr>
      <p:sp>
        <p:nvSpPr>
          <p:cNvPr id="499" name="Slide Number"/>
          <p:cNvSpPr txBox="1"/>
          <p:nvPr>
            <p:ph type="sldNum" sz="quarter" idx="2"/>
          </p:nvPr>
        </p:nvSpPr>
        <p:spPr>
          <a:prstGeom prst="rect">
            <a:avLst/>
          </a:prstGeom>
        </p:spPr>
        <p:txBody>
          <a:bodyPr/>
          <a:lstStyle/>
          <a:p>
            <a:pPr/>
            <a:fld id="{86CB4B4D-7CA3-9044-876B-883B54F8677D}" type="slidenum"/>
          </a:p>
        </p:txBody>
      </p:sp>
      <p:pic>
        <p:nvPicPr>
          <p:cNvPr id="500" name="Graphic 2" descr="Graphic 2"/>
          <p:cNvPicPr>
            <a:picLocks noChangeAspect="1"/>
          </p:cNvPicPr>
          <p:nvPr/>
        </p:nvPicPr>
        <p:blipFill>
          <a:blip r:embed="rId2">
            <a:extLst/>
          </a:blip>
          <a:stretch>
            <a:fillRect/>
          </a:stretch>
        </p:blipFill>
        <p:spPr>
          <a:xfrm>
            <a:off x="457203" y="6469379"/>
            <a:ext cx="1382049" cy="91441"/>
          </a:xfrm>
          <a:prstGeom prst="rect">
            <a:avLst/>
          </a:prstGeom>
          <a:ln w="12700">
            <a:miter lim="400000"/>
          </a:ln>
        </p:spPr>
      </p:pic>
      <p:sp>
        <p:nvSpPr>
          <p:cNvPr id="501" name="Picture Placeholder 12"/>
          <p:cNvSpPr/>
          <p:nvPr>
            <p:ph type="pic" sz="half" idx="21"/>
          </p:nvPr>
        </p:nvSpPr>
        <p:spPr>
          <a:xfrm>
            <a:off x="-2" y="0"/>
            <a:ext cx="3045669" cy="6858000"/>
          </a:xfrm>
          <a:prstGeom prst="rect">
            <a:avLst/>
          </a:prstGeom>
        </p:spPr>
        <p:txBody>
          <a:bodyPr lIns="91439" tIns="45719" rIns="91439" bIns="45719"/>
          <a:lstStyle/>
          <a:p>
            <a:pPr/>
          </a:p>
        </p:txBody>
      </p:sp>
      <p:sp>
        <p:nvSpPr>
          <p:cNvPr id="502" name="Picture Placeholder 12"/>
          <p:cNvSpPr/>
          <p:nvPr>
            <p:ph type="pic" sz="half" idx="22"/>
          </p:nvPr>
        </p:nvSpPr>
        <p:spPr>
          <a:xfrm>
            <a:off x="3048777" y="0"/>
            <a:ext cx="3045668" cy="6858000"/>
          </a:xfrm>
          <a:prstGeom prst="rect">
            <a:avLst/>
          </a:prstGeom>
        </p:spPr>
        <p:txBody>
          <a:bodyPr lIns="91439" tIns="45719" rIns="91439" bIns="45719"/>
          <a:lstStyle/>
          <a:p>
            <a:pPr/>
          </a:p>
        </p:txBody>
      </p:sp>
      <p:sp>
        <p:nvSpPr>
          <p:cNvPr id="503" name="Picture Placeholder 12"/>
          <p:cNvSpPr/>
          <p:nvPr>
            <p:ph type="pic" sz="half" idx="23"/>
          </p:nvPr>
        </p:nvSpPr>
        <p:spPr>
          <a:xfrm>
            <a:off x="6097554" y="0"/>
            <a:ext cx="3045668" cy="6858000"/>
          </a:xfrm>
          <a:prstGeom prst="rect">
            <a:avLst/>
          </a:prstGeom>
        </p:spPr>
        <p:txBody>
          <a:bodyPr lIns="91439" tIns="45719" rIns="91439" bIns="45719"/>
          <a:lstStyle/>
          <a:p>
            <a:pPr/>
          </a:p>
        </p:txBody>
      </p:sp>
      <p:sp>
        <p:nvSpPr>
          <p:cNvPr id="504" name="Picture Placeholder 12"/>
          <p:cNvSpPr/>
          <p:nvPr>
            <p:ph type="pic" sz="half" idx="24"/>
          </p:nvPr>
        </p:nvSpPr>
        <p:spPr>
          <a:xfrm>
            <a:off x="9146333" y="0"/>
            <a:ext cx="3045668" cy="6858000"/>
          </a:xfrm>
          <a:prstGeom prst="rect">
            <a:avLst/>
          </a:prstGeom>
        </p:spPr>
        <p:txBody>
          <a:bodyPr lIns="91439" tIns="45719" rIns="91439" bIns="45719"/>
          <a:lstStyle/>
          <a:p>
            <a:pPr/>
          </a:p>
        </p:txBody>
      </p:sp>
      <p:pic>
        <p:nvPicPr>
          <p:cNvPr id="505" name="Graphic 6" descr="Graphic 6"/>
          <p:cNvPicPr>
            <a:picLocks noChangeAspect="1"/>
          </p:cNvPicPr>
          <p:nvPr/>
        </p:nvPicPr>
        <p:blipFill>
          <a:blip r:embed="rId3">
            <a:extLst/>
          </a:blip>
          <a:stretch>
            <a:fillRect/>
          </a:stretch>
        </p:blipFill>
        <p:spPr>
          <a:xfrm>
            <a:off x="457201" y="6438901"/>
            <a:ext cx="540541" cy="190500"/>
          </a:xfrm>
          <a:prstGeom prst="rect">
            <a:avLst/>
          </a:prstGeom>
          <a:ln w="12700">
            <a:miter lim="400000"/>
          </a:ln>
        </p:spPr>
      </p:pic>
      <p:sp>
        <p:nvSpPr>
          <p:cNvPr id="506" name="TextBox 9"/>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507" name="Text Placeholder 3"/>
          <p:cNvSpPr txBox="1"/>
          <p:nvPr/>
        </p:nvSpPr>
        <p:spPr>
          <a:xfrm>
            <a:off x="11498094" y="6452558"/>
            <a:ext cx="242933" cy="127001"/>
          </a:xfrm>
          <a:prstGeom prst="rect">
            <a:avLst/>
          </a:prstGeom>
          <a:ln w="12700">
            <a:miter lim="400000"/>
          </a:ln>
        </p:spPr>
        <p:txBody>
          <a:bodyPr lIns="0" tIns="0" rIns="0" bIns="0" anchor="ctr">
            <a:spAutoFit/>
          </a:bodyPr>
          <a:lstStyle/>
          <a:p>
            <a:pPr algn="r">
              <a:defRPr sz="800"/>
            </a:pPr>
          </a:p>
        </p:txBody>
      </p:sp>
    </p:spTree>
  </p:cSld>
  <p:clrMapOvr>
    <a:masterClrMapping/>
  </p:clrMapOvr>
  <p:transition xmlns:p14="http://schemas.microsoft.com/office/powerpoint/2010/main" spd="med" advClick="1"/>
</p:sldLayout>
</file>

<file path=ppt/slideLayouts/slideLayout3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V">
    <p:bg>
      <p:bgPr>
        <a:solidFill>
          <a:srgbClr val="ABDBDD"/>
        </a:solidFill>
      </p:bgPr>
    </p:bg>
    <p:spTree>
      <p:nvGrpSpPr>
        <p:cNvPr id="1" name=""/>
        <p:cNvGrpSpPr/>
        <p:nvPr/>
      </p:nvGrpSpPr>
      <p:grpSpPr>
        <a:xfrm>
          <a:off x="0" y="0"/>
          <a:ext cx="0" cy="0"/>
          <a:chOff x="0" y="0"/>
          <a:chExt cx="0" cy="0"/>
        </a:xfrm>
      </p:grpSpPr>
      <p:sp>
        <p:nvSpPr>
          <p:cNvPr id="5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ase Description ">
    <p:spTree>
      <p:nvGrpSpPr>
        <p:cNvPr id="1" name=""/>
        <p:cNvGrpSpPr/>
        <p:nvPr/>
      </p:nvGrpSpPr>
      <p:grpSpPr>
        <a:xfrm>
          <a:off x="0" y="0"/>
          <a:ext cx="0" cy="0"/>
          <a:chOff x="0" y="0"/>
          <a:chExt cx="0" cy="0"/>
        </a:xfrm>
      </p:grpSpPr>
      <p:sp>
        <p:nvSpPr>
          <p:cNvPr id="521" name="Slide Number"/>
          <p:cNvSpPr txBox="1"/>
          <p:nvPr>
            <p:ph type="sldNum" sz="quarter" idx="2"/>
          </p:nvPr>
        </p:nvSpPr>
        <p:spPr>
          <a:prstGeom prst="rect">
            <a:avLst/>
          </a:prstGeom>
        </p:spPr>
        <p:txBody>
          <a:bodyPr/>
          <a:lstStyle/>
          <a:p>
            <a:pPr/>
            <a:fld id="{86CB4B4D-7CA3-9044-876B-883B54F8677D}" type="slidenum"/>
          </a:p>
        </p:txBody>
      </p:sp>
      <p:sp>
        <p:nvSpPr>
          <p:cNvPr id="522" name="Title Text"/>
          <p:cNvSpPr txBox="1"/>
          <p:nvPr>
            <p:ph type="title"/>
          </p:nvPr>
        </p:nvSpPr>
        <p:spPr>
          <a:prstGeom prst="rect">
            <a:avLst/>
          </a:prstGeom>
        </p:spPr>
        <p:txBody>
          <a:bodyPr/>
          <a:lstStyle/>
          <a:p>
            <a:pPr/>
            <a:r>
              <a:t>Title Text</a:t>
            </a:r>
          </a:p>
        </p:txBody>
      </p:sp>
      <p:sp>
        <p:nvSpPr>
          <p:cNvPr id="523"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524" name="Text Placeholder 2"/>
          <p:cNvSpPr/>
          <p:nvPr>
            <p:ph type="body" sz="quarter" idx="21" hasCustomPrompt="1"/>
          </p:nvPr>
        </p:nvSpPr>
        <p:spPr>
          <a:xfrm>
            <a:off x="457199" y="1143000"/>
            <a:ext cx="3312161" cy="594137"/>
          </a:xfrm>
          <a:prstGeom prst="rect">
            <a:avLst/>
          </a:prstGeom>
        </p:spPr>
        <p:txBody>
          <a:bodyPr>
            <a:normAutofit fontScale="100000" lnSpcReduction="0"/>
          </a:bodyPr>
          <a:lstStyle>
            <a:lvl1pPr>
              <a:defRPr b="1" sz="1800"/>
            </a:lvl1pPr>
          </a:lstStyle>
          <a:p>
            <a:pPr/>
            <a:r>
              <a:t>Lorem ipsum dolor sit amet, consectetur adipiscing elit. </a:t>
            </a:r>
          </a:p>
        </p:txBody>
      </p:sp>
      <p:sp>
        <p:nvSpPr>
          <p:cNvPr id="525" name="Text Placeholder 2"/>
          <p:cNvSpPr/>
          <p:nvPr>
            <p:ph type="body" sz="quarter" idx="22" hasCustomPrompt="1"/>
          </p:nvPr>
        </p:nvSpPr>
        <p:spPr>
          <a:xfrm>
            <a:off x="4439920" y="1143000"/>
            <a:ext cx="3312160" cy="594137"/>
          </a:xfrm>
          <a:prstGeom prst="rect">
            <a:avLst/>
          </a:prstGeom>
        </p:spPr>
        <p:txBody>
          <a:bodyPr>
            <a:normAutofit fontScale="100000" lnSpcReduction="0"/>
          </a:bodyPr>
          <a:lstStyle>
            <a:lvl1pPr>
              <a:defRPr b="1" sz="1800"/>
            </a:lvl1pPr>
          </a:lstStyle>
          <a:p>
            <a:pPr/>
            <a:r>
              <a:t>Lorem ipsum dolor sit amet, consectetur adipiscing elit. </a:t>
            </a:r>
          </a:p>
        </p:txBody>
      </p:sp>
      <p:sp>
        <p:nvSpPr>
          <p:cNvPr id="526" name="Text Placeholder 2"/>
          <p:cNvSpPr/>
          <p:nvPr>
            <p:ph type="body" sz="quarter" idx="23" hasCustomPrompt="1"/>
          </p:nvPr>
        </p:nvSpPr>
        <p:spPr>
          <a:xfrm>
            <a:off x="4439920" y="2067560"/>
            <a:ext cx="3312160" cy="3542959"/>
          </a:xfrm>
          <a:prstGeom prst="rect">
            <a:avLst/>
          </a:prstGeom>
        </p:spPr>
        <p:txBody>
          <a:bodyPr>
            <a:normAutofit fontScale="100000" lnSpcReduction="0"/>
          </a:bodyPr>
          <a:lstStyle>
            <a:lvl1pPr defTabSz="905255">
              <a:spcBef>
                <a:spcPts val="500"/>
              </a:spcBef>
              <a:defRPr sz="1386"/>
            </a:lvl1pPr>
          </a:lstStyle>
          <a:p>
            <a:pPr/>
            <a:r>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Tortor rutrum laoreet morbi pretium nunc, massa tortor consequat urna. Risus etiam purus mauris donec. Netus diam massa ullamcorper proin fermentum egestas et quis. Nec</a:t>
            </a:r>
          </a:p>
        </p:txBody>
      </p:sp>
      <p:sp>
        <p:nvSpPr>
          <p:cNvPr id="527" name="Text Placeholder 2"/>
          <p:cNvSpPr/>
          <p:nvPr>
            <p:ph type="body" sz="quarter" idx="24" hasCustomPrompt="1"/>
          </p:nvPr>
        </p:nvSpPr>
        <p:spPr>
          <a:xfrm>
            <a:off x="8422640" y="1143000"/>
            <a:ext cx="3312160" cy="594137"/>
          </a:xfrm>
          <a:prstGeom prst="rect">
            <a:avLst/>
          </a:prstGeom>
        </p:spPr>
        <p:txBody>
          <a:bodyPr>
            <a:normAutofit fontScale="100000" lnSpcReduction="0"/>
          </a:bodyPr>
          <a:lstStyle>
            <a:lvl1pPr>
              <a:defRPr b="1" sz="1800"/>
            </a:lvl1pPr>
          </a:lstStyle>
          <a:p>
            <a:pPr/>
            <a:r>
              <a:t>Lorem ipsum dolor sit amet, consectetur adipiscing elit. </a:t>
            </a:r>
          </a:p>
        </p:txBody>
      </p:sp>
      <p:sp>
        <p:nvSpPr>
          <p:cNvPr id="528" name="Text Placeholder 2"/>
          <p:cNvSpPr/>
          <p:nvPr>
            <p:ph type="body" sz="quarter" idx="25" hasCustomPrompt="1"/>
          </p:nvPr>
        </p:nvSpPr>
        <p:spPr>
          <a:xfrm>
            <a:off x="8422640" y="2067560"/>
            <a:ext cx="3312160" cy="3542959"/>
          </a:xfrm>
          <a:prstGeom prst="rect">
            <a:avLst/>
          </a:prstGeom>
        </p:spPr>
        <p:txBody>
          <a:bodyPr>
            <a:normAutofit fontScale="100000" lnSpcReduction="0"/>
          </a:bodyPr>
          <a:lstStyle>
            <a:lvl1pPr defTabSz="905255">
              <a:spcBef>
                <a:spcPts val="500"/>
              </a:spcBef>
              <a:defRPr sz="1386"/>
            </a:lvl1pPr>
          </a:lstStyle>
          <a:p>
            <a:pPr/>
            <a:r>
              <a:t>Lorem ipsum dolor sit amet, consectetur adipiscing elit. Leo luctus adipiscing feugiat viverra facilisi. Tristique aliquet tempor, tortor amet scelerisque fermentum. Venenatis, quam consequat netus magna eleifend eget. Eros orci commodo at pellentesque tellus malesuada. Leo dui sapien, imperdiet molestie tristique. Cras sit integer porttitor enim mauris morbi tincidunt sem volutpat. Magna in aliquam eget consectetur consequat. Tortor rutrum laoreet morbi pretium nunc, massa tortor consequat urna. Risus etiam purus mauris donec. Netus diam massa ullamcorper proin fermentum egestas et quis. Nec</a:t>
            </a:r>
          </a:p>
        </p:txBody>
      </p:sp>
      <p:sp>
        <p:nvSpPr>
          <p:cNvPr id="529" name="Picture Placeholder 3"/>
          <p:cNvSpPr/>
          <p:nvPr>
            <p:ph type="pic" sz="quarter" idx="26"/>
          </p:nvPr>
        </p:nvSpPr>
        <p:spPr>
          <a:xfrm>
            <a:off x="457200" y="2730381"/>
            <a:ext cx="3614738" cy="1371601"/>
          </a:xfrm>
          <a:prstGeom prst="rect">
            <a:avLst/>
          </a:prstGeom>
        </p:spPr>
        <p:txBody>
          <a:bodyPr lIns="91439" tIns="45719" rIns="91439" bIns="45719"/>
          <a:lstStyle/>
          <a:p>
            <a:pPr/>
          </a:p>
        </p:txBody>
      </p:sp>
      <p:sp>
        <p:nvSpPr>
          <p:cNvPr id="530" name="Picture Placeholder 3"/>
          <p:cNvSpPr/>
          <p:nvPr>
            <p:ph type="pic" sz="quarter" idx="27"/>
          </p:nvPr>
        </p:nvSpPr>
        <p:spPr>
          <a:xfrm>
            <a:off x="457200" y="4238918"/>
            <a:ext cx="3614738" cy="1371601"/>
          </a:xfrm>
          <a:prstGeom prst="rect">
            <a:avLst/>
          </a:prstGeom>
        </p:spPr>
        <p:txBody>
          <a:bodyPr lIns="91439" tIns="45719" rIns="91439" bIns="45719"/>
          <a:lstStyle/>
          <a:p>
            <a:pPr/>
          </a:p>
        </p:txBody>
      </p:sp>
    </p:spTree>
  </p:cSld>
  <p:clrMapOvr>
    <a:masterClrMapping/>
  </p:clrMapOvr>
  <p:transition xmlns:p14="http://schemas.microsoft.com/office/powerpoint/2010/main" spd="med" advClick="1"/>
</p:sldLayout>
</file>

<file path=ppt/slideLayouts/slideLayout4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bg>
      <p:bgPr>
        <a:solidFill>
          <a:schemeClr val="accent1"/>
        </a:solidFill>
      </p:bgPr>
    </p:bg>
    <p:spTree>
      <p:nvGrpSpPr>
        <p:cNvPr id="1" name=""/>
        <p:cNvGrpSpPr/>
        <p:nvPr/>
      </p:nvGrpSpPr>
      <p:grpSpPr>
        <a:xfrm>
          <a:off x="0" y="0"/>
          <a:ext cx="0" cy="0"/>
          <a:chOff x="0" y="0"/>
          <a:chExt cx="0" cy="0"/>
        </a:xfrm>
      </p:grpSpPr>
      <p:sp>
        <p:nvSpPr>
          <p:cNvPr id="537" name="Slide Number"/>
          <p:cNvSpPr txBox="1"/>
          <p:nvPr>
            <p:ph type="sldNum" sz="quarter" idx="2"/>
          </p:nvPr>
        </p:nvSpPr>
        <p:spPr>
          <a:prstGeom prst="rect">
            <a:avLst/>
          </a:prstGeom>
        </p:spPr>
        <p:txBody>
          <a:bodyPr/>
          <a:lstStyle/>
          <a:p>
            <a:pPr/>
            <a:fld id="{86CB4B4D-7CA3-9044-876B-883B54F8677D}" type="slidenum"/>
          </a:p>
        </p:txBody>
      </p:sp>
      <p:sp>
        <p:nvSpPr>
          <p:cNvPr id="538" name="Lorem ipsum dolor sit amet, consectetur adipiscing elit. Leo luctus adipiscing feugiat viverra facilisi. Tristique aliquet tempor, tortor amet scelerisque fermentum. Venenatis, quam consequat netus magna eleifend eget. Eros orci commodo at pellentesque t"/>
          <p:cNvSpPr txBox="1"/>
          <p:nvPr>
            <p:ph type="title" hasCustomPrompt="1"/>
          </p:nvPr>
        </p:nvSpPr>
        <p:spPr>
          <a:xfrm>
            <a:off x="2156397" y="1220724"/>
            <a:ext cx="7892478" cy="2712730"/>
          </a:xfrm>
          <a:prstGeom prst="rect">
            <a:avLst/>
          </a:prstGeom>
        </p:spPr>
        <p:txBody>
          <a:bodyPr/>
          <a:lstStyle>
            <a:lvl1pPr>
              <a:lnSpc>
                <a:spcPct val="150000"/>
              </a:lnSpc>
              <a:defRPr b="0" sz="2400">
                <a:solidFill>
                  <a:srgbClr val="FFFFFF"/>
                </a:solidFill>
              </a:defRPr>
            </a:lvl1pPr>
          </a:lstStyle>
          <a:p>
            <a:pPr/>
            <a:r>
              <a:t>Lorem ipsum dolor sit amet, consectetur adipiscing elit. Leo luctus adipiscing feugiat viverra facilisi. Tristique aliquet tempor, tortor amet scelerisque fermentum. Venenatis, quam consequat netus magna eleifend eget. Eros orci commodo at pellentesque tellus</a:t>
            </a:r>
          </a:p>
        </p:txBody>
      </p:sp>
      <p:sp>
        <p:nvSpPr>
          <p:cNvPr id="539" name="TextBox 4"/>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540"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pic>
        <p:nvPicPr>
          <p:cNvPr id="541"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grpSp>
        <p:nvGrpSpPr>
          <p:cNvPr id="544" name="Graphic 4"/>
          <p:cNvGrpSpPr/>
          <p:nvPr/>
        </p:nvGrpSpPr>
        <p:grpSpPr>
          <a:xfrm>
            <a:off x="494097" y="228600"/>
            <a:ext cx="1309178" cy="952504"/>
            <a:chOff x="0" y="0"/>
            <a:chExt cx="1309176" cy="952503"/>
          </a:xfrm>
        </p:grpSpPr>
        <p:sp>
          <p:nvSpPr>
            <p:cNvPr id="542" name="Freeform: Shape 8"/>
            <p:cNvSpPr/>
            <p:nvPr/>
          </p:nvSpPr>
          <p:spPr>
            <a:xfrm>
              <a:off x="-1" y="0"/>
              <a:ext cx="605231" cy="9525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590" y="0"/>
                  </a:moveTo>
                  <a:cubicBezTo>
                    <a:pt x="13600" y="0"/>
                    <a:pt x="16169" y="746"/>
                    <a:pt x="18297" y="2232"/>
                  </a:cubicBezTo>
                  <a:cubicBezTo>
                    <a:pt x="19314" y="2925"/>
                    <a:pt x="20111" y="3758"/>
                    <a:pt x="20709" y="4750"/>
                  </a:cubicBezTo>
                  <a:cubicBezTo>
                    <a:pt x="21306" y="5736"/>
                    <a:pt x="21600" y="6736"/>
                    <a:pt x="21600" y="7735"/>
                  </a:cubicBezTo>
                  <a:cubicBezTo>
                    <a:pt x="21600" y="9847"/>
                    <a:pt x="20520" y="11986"/>
                    <a:pt x="18350" y="14151"/>
                  </a:cubicBezTo>
                  <a:cubicBezTo>
                    <a:pt x="16179" y="16317"/>
                    <a:pt x="13275" y="18155"/>
                    <a:pt x="9647" y="19668"/>
                  </a:cubicBezTo>
                  <a:cubicBezTo>
                    <a:pt x="6574" y="20954"/>
                    <a:pt x="4152" y="21600"/>
                    <a:pt x="2412" y="21600"/>
                  </a:cubicBezTo>
                  <a:cubicBezTo>
                    <a:pt x="1709" y="21600"/>
                    <a:pt x="1132" y="21467"/>
                    <a:pt x="682" y="21200"/>
                  </a:cubicBezTo>
                  <a:cubicBezTo>
                    <a:pt x="231" y="20934"/>
                    <a:pt x="0" y="20581"/>
                    <a:pt x="0" y="20134"/>
                  </a:cubicBezTo>
                  <a:cubicBezTo>
                    <a:pt x="0" y="19468"/>
                    <a:pt x="661" y="18915"/>
                    <a:pt x="1992" y="18469"/>
                  </a:cubicBezTo>
                  <a:cubicBezTo>
                    <a:pt x="5169" y="17423"/>
                    <a:pt x="7497" y="16390"/>
                    <a:pt x="8965" y="15371"/>
                  </a:cubicBezTo>
                  <a:cubicBezTo>
                    <a:pt x="10360" y="14418"/>
                    <a:pt x="11062" y="13718"/>
                    <a:pt x="11062" y="13272"/>
                  </a:cubicBezTo>
                  <a:cubicBezTo>
                    <a:pt x="11062" y="12852"/>
                    <a:pt x="10538" y="12592"/>
                    <a:pt x="9489" y="12506"/>
                  </a:cubicBezTo>
                  <a:lnTo>
                    <a:pt x="8808" y="12439"/>
                  </a:lnTo>
                  <a:lnTo>
                    <a:pt x="8021" y="12406"/>
                  </a:lnTo>
                  <a:cubicBezTo>
                    <a:pt x="5746" y="12186"/>
                    <a:pt x="3901" y="11513"/>
                    <a:pt x="2485" y="10387"/>
                  </a:cubicBezTo>
                  <a:cubicBezTo>
                    <a:pt x="1070" y="9268"/>
                    <a:pt x="356" y="7902"/>
                    <a:pt x="356" y="6303"/>
                  </a:cubicBezTo>
                  <a:cubicBezTo>
                    <a:pt x="356" y="4657"/>
                    <a:pt x="1227" y="3238"/>
                    <a:pt x="2978" y="2039"/>
                  </a:cubicBezTo>
                  <a:cubicBezTo>
                    <a:pt x="4970" y="680"/>
                    <a:pt x="7508" y="0"/>
                    <a:pt x="10590" y="0"/>
                  </a:cubicBezTo>
                  <a:close/>
                </a:path>
              </a:pathLst>
            </a:custGeom>
            <a:solidFill>
              <a:srgbClr val="3E3E3E"/>
            </a:solidFill>
            <a:ln w="12700" cap="flat">
              <a:noFill/>
              <a:miter lim="400000"/>
            </a:ln>
            <a:effectLst/>
          </p:spPr>
          <p:txBody>
            <a:bodyPr wrap="square" lIns="0" tIns="0" rIns="0" bIns="0" numCol="1" anchor="ctr">
              <a:noAutofit/>
            </a:bodyPr>
            <a:lstStyle/>
            <a:p>
              <a:pPr/>
            </a:p>
          </p:txBody>
        </p:sp>
        <p:sp>
          <p:nvSpPr>
            <p:cNvPr id="543" name="Freeform: Shape 9"/>
            <p:cNvSpPr/>
            <p:nvPr/>
          </p:nvSpPr>
          <p:spPr>
            <a:xfrm>
              <a:off x="703946" y="0"/>
              <a:ext cx="605231" cy="9525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590" y="0"/>
                  </a:moveTo>
                  <a:cubicBezTo>
                    <a:pt x="13600" y="0"/>
                    <a:pt x="16169" y="746"/>
                    <a:pt x="18297" y="2232"/>
                  </a:cubicBezTo>
                  <a:cubicBezTo>
                    <a:pt x="19314" y="2925"/>
                    <a:pt x="20111" y="3758"/>
                    <a:pt x="20709" y="4750"/>
                  </a:cubicBezTo>
                  <a:cubicBezTo>
                    <a:pt x="21306" y="5736"/>
                    <a:pt x="21600" y="6736"/>
                    <a:pt x="21600" y="7735"/>
                  </a:cubicBezTo>
                  <a:cubicBezTo>
                    <a:pt x="21600" y="9847"/>
                    <a:pt x="20520" y="11986"/>
                    <a:pt x="18350" y="14151"/>
                  </a:cubicBezTo>
                  <a:cubicBezTo>
                    <a:pt x="16179" y="16317"/>
                    <a:pt x="13275" y="18155"/>
                    <a:pt x="9647" y="19668"/>
                  </a:cubicBezTo>
                  <a:cubicBezTo>
                    <a:pt x="6564" y="20954"/>
                    <a:pt x="4152" y="21600"/>
                    <a:pt x="2412" y="21600"/>
                  </a:cubicBezTo>
                  <a:cubicBezTo>
                    <a:pt x="1709" y="21600"/>
                    <a:pt x="1132" y="21467"/>
                    <a:pt x="682" y="21200"/>
                  </a:cubicBezTo>
                  <a:cubicBezTo>
                    <a:pt x="231" y="20934"/>
                    <a:pt x="0" y="20581"/>
                    <a:pt x="0" y="20134"/>
                  </a:cubicBezTo>
                  <a:cubicBezTo>
                    <a:pt x="0" y="19468"/>
                    <a:pt x="661" y="18915"/>
                    <a:pt x="1992" y="18469"/>
                  </a:cubicBezTo>
                  <a:cubicBezTo>
                    <a:pt x="5169" y="17423"/>
                    <a:pt x="7497" y="16390"/>
                    <a:pt x="8965" y="15371"/>
                  </a:cubicBezTo>
                  <a:cubicBezTo>
                    <a:pt x="10360" y="14418"/>
                    <a:pt x="11062" y="13718"/>
                    <a:pt x="11062" y="13272"/>
                  </a:cubicBezTo>
                  <a:cubicBezTo>
                    <a:pt x="11062" y="12852"/>
                    <a:pt x="10538" y="12592"/>
                    <a:pt x="9489" y="12506"/>
                  </a:cubicBezTo>
                  <a:lnTo>
                    <a:pt x="8808" y="12439"/>
                  </a:lnTo>
                  <a:lnTo>
                    <a:pt x="8021" y="12406"/>
                  </a:lnTo>
                  <a:cubicBezTo>
                    <a:pt x="5746" y="12186"/>
                    <a:pt x="3901" y="11513"/>
                    <a:pt x="2485" y="10387"/>
                  </a:cubicBezTo>
                  <a:cubicBezTo>
                    <a:pt x="1070" y="9268"/>
                    <a:pt x="357" y="7902"/>
                    <a:pt x="357" y="6303"/>
                  </a:cubicBezTo>
                  <a:cubicBezTo>
                    <a:pt x="357" y="4657"/>
                    <a:pt x="1227" y="3238"/>
                    <a:pt x="2978" y="2039"/>
                  </a:cubicBezTo>
                  <a:cubicBezTo>
                    <a:pt x="4981" y="680"/>
                    <a:pt x="7508" y="0"/>
                    <a:pt x="10590" y="0"/>
                  </a:cubicBezTo>
                  <a:close/>
                </a:path>
              </a:pathLst>
            </a:custGeom>
            <a:solidFill>
              <a:srgbClr val="3E3E3E"/>
            </a:solidFill>
            <a:ln w="12700" cap="flat">
              <a:noFill/>
              <a:miter lim="400000"/>
            </a:ln>
            <a:effectLst/>
          </p:spPr>
          <p:txBody>
            <a:bodyPr wrap="square" lIns="0" tIns="0" rIns="0" bIns="0" numCol="1" anchor="ctr">
              <a:noAutofit/>
            </a:bodyPr>
            <a:lstStyle/>
            <a:p>
              <a:pPr/>
            </a:p>
          </p:txBody>
        </p:sp>
      </p:grpSp>
      <p:grpSp>
        <p:nvGrpSpPr>
          <p:cNvPr id="547" name="Graphic 4"/>
          <p:cNvGrpSpPr/>
          <p:nvPr/>
        </p:nvGrpSpPr>
        <p:grpSpPr>
          <a:xfrm>
            <a:off x="10425624" y="5219696"/>
            <a:ext cx="1309177" cy="952505"/>
            <a:chOff x="0" y="0"/>
            <a:chExt cx="1309176" cy="952503"/>
          </a:xfrm>
        </p:grpSpPr>
        <p:sp>
          <p:nvSpPr>
            <p:cNvPr id="545" name="Freeform: Shape 11"/>
            <p:cNvSpPr/>
            <p:nvPr/>
          </p:nvSpPr>
          <p:spPr>
            <a:xfrm rot="10800000">
              <a:off x="703946" y="0"/>
              <a:ext cx="605231" cy="9525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590" y="0"/>
                  </a:moveTo>
                  <a:cubicBezTo>
                    <a:pt x="13600" y="0"/>
                    <a:pt x="16169" y="746"/>
                    <a:pt x="18297" y="2232"/>
                  </a:cubicBezTo>
                  <a:cubicBezTo>
                    <a:pt x="19314" y="2925"/>
                    <a:pt x="20111" y="3758"/>
                    <a:pt x="20709" y="4750"/>
                  </a:cubicBezTo>
                  <a:cubicBezTo>
                    <a:pt x="21306" y="5736"/>
                    <a:pt x="21600" y="6736"/>
                    <a:pt x="21600" y="7735"/>
                  </a:cubicBezTo>
                  <a:cubicBezTo>
                    <a:pt x="21600" y="9847"/>
                    <a:pt x="20520" y="11986"/>
                    <a:pt x="18350" y="14151"/>
                  </a:cubicBezTo>
                  <a:cubicBezTo>
                    <a:pt x="16179" y="16317"/>
                    <a:pt x="13275" y="18155"/>
                    <a:pt x="9647" y="19668"/>
                  </a:cubicBezTo>
                  <a:cubicBezTo>
                    <a:pt x="6574" y="20954"/>
                    <a:pt x="4152" y="21600"/>
                    <a:pt x="2412" y="21600"/>
                  </a:cubicBezTo>
                  <a:cubicBezTo>
                    <a:pt x="1709" y="21600"/>
                    <a:pt x="1132" y="21467"/>
                    <a:pt x="682" y="21200"/>
                  </a:cubicBezTo>
                  <a:cubicBezTo>
                    <a:pt x="231" y="20934"/>
                    <a:pt x="0" y="20581"/>
                    <a:pt x="0" y="20134"/>
                  </a:cubicBezTo>
                  <a:cubicBezTo>
                    <a:pt x="0" y="19468"/>
                    <a:pt x="661" y="18915"/>
                    <a:pt x="1992" y="18469"/>
                  </a:cubicBezTo>
                  <a:cubicBezTo>
                    <a:pt x="5169" y="17423"/>
                    <a:pt x="7497" y="16390"/>
                    <a:pt x="8965" y="15371"/>
                  </a:cubicBezTo>
                  <a:cubicBezTo>
                    <a:pt x="10360" y="14418"/>
                    <a:pt x="11062" y="13718"/>
                    <a:pt x="11062" y="13272"/>
                  </a:cubicBezTo>
                  <a:cubicBezTo>
                    <a:pt x="11062" y="12852"/>
                    <a:pt x="10538" y="12592"/>
                    <a:pt x="9489" y="12506"/>
                  </a:cubicBezTo>
                  <a:lnTo>
                    <a:pt x="8808" y="12439"/>
                  </a:lnTo>
                  <a:lnTo>
                    <a:pt x="8021" y="12406"/>
                  </a:lnTo>
                  <a:cubicBezTo>
                    <a:pt x="5746" y="12186"/>
                    <a:pt x="3901" y="11513"/>
                    <a:pt x="2485" y="10387"/>
                  </a:cubicBezTo>
                  <a:cubicBezTo>
                    <a:pt x="1070" y="9268"/>
                    <a:pt x="356" y="7902"/>
                    <a:pt x="356" y="6303"/>
                  </a:cubicBezTo>
                  <a:cubicBezTo>
                    <a:pt x="356" y="4657"/>
                    <a:pt x="1227" y="3238"/>
                    <a:pt x="2978" y="2039"/>
                  </a:cubicBezTo>
                  <a:cubicBezTo>
                    <a:pt x="4970" y="680"/>
                    <a:pt x="7508" y="0"/>
                    <a:pt x="10590" y="0"/>
                  </a:cubicBezTo>
                  <a:close/>
                </a:path>
              </a:pathLst>
            </a:custGeom>
            <a:solidFill>
              <a:srgbClr val="3E3E3E"/>
            </a:solidFill>
            <a:ln w="12700" cap="flat">
              <a:noFill/>
              <a:miter lim="400000"/>
            </a:ln>
            <a:effectLst/>
          </p:spPr>
          <p:txBody>
            <a:bodyPr wrap="square" lIns="0" tIns="0" rIns="0" bIns="0" numCol="1" anchor="ctr">
              <a:noAutofit/>
            </a:bodyPr>
            <a:lstStyle/>
            <a:p>
              <a:pPr/>
            </a:p>
          </p:txBody>
        </p:sp>
        <p:sp>
          <p:nvSpPr>
            <p:cNvPr id="546" name="Freeform: Shape 12"/>
            <p:cNvSpPr/>
            <p:nvPr/>
          </p:nvSpPr>
          <p:spPr>
            <a:xfrm rot="10800000">
              <a:off x="0" y="0"/>
              <a:ext cx="605230" cy="9525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590" y="0"/>
                  </a:moveTo>
                  <a:cubicBezTo>
                    <a:pt x="13600" y="0"/>
                    <a:pt x="16169" y="746"/>
                    <a:pt x="18297" y="2232"/>
                  </a:cubicBezTo>
                  <a:cubicBezTo>
                    <a:pt x="19314" y="2925"/>
                    <a:pt x="20111" y="3758"/>
                    <a:pt x="20709" y="4750"/>
                  </a:cubicBezTo>
                  <a:cubicBezTo>
                    <a:pt x="21306" y="5736"/>
                    <a:pt x="21600" y="6736"/>
                    <a:pt x="21600" y="7735"/>
                  </a:cubicBezTo>
                  <a:cubicBezTo>
                    <a:pt x="21600" y="9847"/>
                    <a:pt x="20520" y="11986"/>
                    <a:pt x="18350" y="14151"/>
                  </a:cubicBezTo>
                  <a:cubicBezTo>
                    <a:pt x="16179" y="16317"/>
                    <a:pt x="13275" y="18155"/>
                    <a:pt x="9647" y="19668"/>
                  </a:cubicBezTo>
                  <a:cubicBezTo>
                    <a:pt x="6564" y="20954"/>
                    <a:pt x="4152" y="21600"/>
                    <a:pt x="2412" y="21600"/>
                  </a:cubicBezTo>
                  <a:cubicBezTo>
                    <a:pt x="1709" y="21600"/>
                    <a:pt x="1132" y="21467"/>
                    <a:pt x="682" y="21200"/>
                  </a:cubicBezTo>
                  <a:cubicBezTo>
                    <a:pt x="231" y="20934"/>
                    <a:pt x="0" y="20581"/>
                    <a:pt x="0" y="20134"/>
                  </a:cubicBezTo>
                  <a:cubicBezTo>
                    <a:pt x="0" y="19468"/>
                    <a:pt x="661" y="18915"/>
                    <a:pt x="1992" y="18469"/>
                  </a:cubicBezTo>
                  <a:cubicBezTo>
                    <a:pt x="5169" y="17423"/>
                    <a:pt x="7497" y="16390"/>
                    <a:pt x="8965" y="15371"/>
                  </a:cubicBezTo>
                  <a:cubicBezTo>
                    <a:pt x="10360" y="14418"/>
                    <a:pt x="11062" y="13718"/>
                    <a:pt x="11062" y="13272"/>
                  </a:cubicBezTo>
                  <a:cubicBezTo>
                    <a:pt x="11062" y="12852"/>
                    <a:pt x="10538" y="12592"/>
                    <a:pt x="9489" y="12506"/>
                  </a:cubicBezTo>
                  <a:lnTo>
                    <a:pt x="8808" y="12439"/>
                  </a:lnTo>
                  <a:lnTo>
                    <a:pt x="8021" y="12406"/>
                  </a:lnTo>
                  <a:cubicBezTo>
                    <a:pt x="5746" y="12186"/>
                    <a:pt x="3901" y="11513"/>
                    <a:pt x="2485" y="10387"/>
                  </a:cubicBezTo>
                  <a:cubicBezTo>
                    <a:pt x="1070" y="9268"/>
                    <a:pt x="357" y="7902"/>
                    <a:pt x="357" y="6303"/>
                  </a:cubicBezTo>
                  <a:cubicBezTo>
                    <a:pt x="357" y="4657"/>
                    <a:pt x="1227" y="3238"/>
                    <a:pt x="2978" y="2039"/>
                  </a:cubicBezTo>
                  <a:cubicBezTo>
                    <a:pt x="4981" y="680"/>
                    <a:pt x="7508" y="0"/>
                    <a:pt x="10590" y="0"/>
                  </a:cubicBezTo>
                  <a:close/>
                </a:path>
              </a:pathLst>
            </a:custGeom>
            <a:solidFill>
              <a:srgbClr val="3E3E3E"/>
            </a:solidFill>
            <a:ln w="12700" cap="flat">
              <a:noFill/>
              <a:miter lim="400000"/>
            </a:ln>
            <a:effectLst/>
          </p:spPr>
          <p:txBody>
            <a:bodyPr wrap="square" lIns="0" tIns="0" rIns="0" bIns="0" numCol="1" anchor="ctr">
              <a:noAutofit/>
            </a:bodyPr>
            <a:lstStyle/>
            <a:p>
              <a:pPr/>
            </a:p>
          </p:txBody>
        </p:sp>
      </p:grpSp>
      <p:sp>
        <p:nvSpPr>
          <p:cNvPr id="548" name="Body Level One…"/>
          <p:cNvSpPr txBox="1"/>
          <p:nvPr>
            <p:ph type="body" sz="quarter" idx="1"/>
          </p:nvPr>
        </p:nvSpPr>
        <p:spPr>
          <a:xfrm>
            <a:off x="7226807" y="4620893"/>
            <a:ext cx="2822068" cy="257251"/>
          </a:xfrm>
          <a:prstGeom prst="rect">
            <a:avLst/>
          </a:prstGeom>
        </p:spPr>
        <p:txBody>
          <a:bodyPr>
            <a:normAutofit fontScale="100000" lnSpcReduction="0"/>
          </a:bodyPr>
          <a:lstStyle>
            <a:lvl1pPr algn="r">
              <a:defRPr b="1" sz="1600">
                <a:solidFill>
                  <a:schemeClr val="accent2"/>
                </a:solidFill>
              </a:defRPr>
            </a:lvl1pPr>
            <a:lvl2pPr marL="0" indent="457200" algn="r">
              <a:buSzTx/>
              <a:buNone/>
              <a:defRPr b="1" sz="1600">
                <a:solidFill>
                  <a:schemeClr val="accent2"/>
                </a:solidFill>
              </a:defRPr>
            </a:lvl2pPr>
            <a:lvl3pPr marL="426719" indent="-243839" algn="r">
              <a:defRPr b="1" sz="1600">
                <a:solidFill>
                  <a:schemeClr val="accent2"/>
                </a:solidFill>
              </a:defRPr>
            </a:lvl3pPr>
            <a:lvl4pPr marL="1676400" indent="-304800" algn="r">
              <a:defRPr b="1" sz="1600">
                <a:solidFill>
                  <a:schemeClr val="accent2"/>
                </a:solidFill>
              </a:defRPr>
            </a:lvl4pPr>
            <a:lvl5pPr marL="2133600" indent="-304800" algn="r">
              <a:defRPr b="1" sz="1600">
                <a:solidFill>
                  <a:schemeClr val="accent2"/>
                </a:solidFill>
              </a:defRPr>
            </a:lvl5pPr>
          </a:lstStyle>
          <a:p>
            <a:pPr/>
            <a:r>
              <a:t>Body Level One</a:t>
            </a:r>
          </a:p>
          <a:p>
            <a:pPr lvl="1"/>
            <a:r>
              <a:t>Body Level Two</a:t>
            </a:r>
          </a:p>
          <a:p>
            <a:pPr lvl="2"/>
            <a:r>
              <a:t>Body Level Three</a:t>
            </a:r>
          </a:p>
          <a:p>
            <a:pPr lvl="3"/>
            <a:r>
              <a:t>Body Level Four</a:t>
            </a:r>
          </a:p>
          <a:p>
            <a:pPr lvl="4"/>
            <a:r>
              <a:t>Body Level Five</a:t>
            </a:r>
          </a:p>
        </p:txBody>
      </p:sp>
    </p:spTree>
  </p:cSld>
  <p:clrMapOvr>
    <a:masterClrMapping/>
  </p:clrMapOvr>
  <p:transition xmlns:p14="http://schemas.microsoft.com/office/powerpoint/2010/main" spd="med" advClick="1"/>
</p:sldLayout>
</file>

<file path=ppt/slideLayouts/slideLayout4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Full Picture">
    <p:spTree>
      <p:nvGrpSpPr>
        <p:cNvPr id="1" name=""/>
        <p:cNvGrpSpPr/>
        <p:nvPr/>
      </p:nvGrpSpPr>
      <p:grpSpPr>
        <a:xfrm>
          <a:off x="0" y="0"/>
          <a:ext cx="0" cy="0"/>
          <a:chOff x="0" y="0"/>
          <a:chExt cx="0" cy="0"/>
        </a:xfrm>
      </p:grpSpPr>
      <p:sp>
        <p:nvSpPr>
          <p:cNvPr id="555" name="Slide Number"/>
          <p:cNvSpPr txBox="1"/>
          <p:nvPr>
            <p:ph type="sldNum" sz="quarter" idx="2"/>
          </p:nvPr>
        </p:nvSpPr>
        <p:spPr>
          <a:prstGeom prst="rect">
            <a:avLst/>
          </a:prstGeom>
        </p:spPr>
        <p:txBody>
          <a:bodyPr/>
          <a:lstStyle/>
          <a:p>
            <a:pPr/>
            <a:fld id="{86CB4B4D-7CA3-9044-876B-883B54F8677D}" type="slidenum"/>
          </a:p>
        </p:txBody>
      </p:sp>
      <p:sp>
        <p:nvSpPr>
          <p:cNvPr id="556" name="Picture Placeholder 3"/>
          <p:cNvSpPr/>
          <p:nvPr>
            <p:ph type="pic" idx="21"/>
          </p:nvPr>
        </p:nvSpPr>
        <p:spPr>
          <a:xfrm>
            <a:off x="0" y="0"/>
            <a:ext cx="12192000" cy="6858000"/>
          </a:xfrm>
          <a:prstGeom prst="rect">
            <a:avLst/>
          </a:prstGeom>
        </p:spPr>
        <p:txBody>
          <a:bodyPr lIns="91439" tIns="45719" rIns="91439" bIns="45719"/>
          <a:lstStyle/>
          <a:p>
            <a:pPr/>
          </a:p>
        </p:txBody>
      </p:sp>
    </p:spTree>
  </p:cSld>
  <p:clrMapOvr>
    <a:masterClrMapping/>
  </p:clrMapOvr>
  <p:transition xmlns:p14="http://schemas.microsoft.com/office/powerpoint/2010/main" spd="med" advClick="1"/>
</p:sldLayout>
</file>

<file path=ppt/slideLayouts/slideLayout4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ustom Layout">
    <p:bg>
      <p:bgPr>
        <a:solidFill>
          <a:srgbClr val="FF8500"/>
        </a:solidFill>
      </p:bgPr>
    </p:bg>
    <p:spTree>
      <p:nvGrpSpPr>
        <p:cNvPr id="1" name=""/>
        <p:cNvGrpSpPr/>
        <p:nvPr/>
      </p:nvGrpSpPr>
      <p:grpSpPr>
        <a:xfrm>
          <a:off x="0" y="0"/>
          <a:ext cx="0" cy="0"/>
          <a:chOff x="0" y="0"/>
          <a:chExt cx="0" cy="0"/>
        </a:xfrm>
      </p:grpSpPr>
      <p:sp>
        <p:nvSpPr>
          <p:cNvPr id="563" name="Slide Number"/>
          <p:cNvSpPr txBox="1"/>
          <p:nvPr>
            <p:ph type="sldNum" sz="quarter" idx="2"/>
          </p:nvPr>
        </p:nvSpPr>
        <p:spPr>
          <a:prstGeom prst="rect">
            <a:avLst/>
          </a:prstGeom>
        </p:spPr>
        <p:txBody>
          <a:bodyPr/>
          <a:lstStyle/>
          <a:p>
            <a:pPr/>
            <a:fld id="{86CB4B4D-7CA3-9044-876B-883B54F8677D}" type="slidenum"/>
          </a:p>
        </p:txBody>
      </p:sp>
      <p:pic>
        <p:nvPicPr>
          <p:cNvPr id="564" name="Graphic 2" descr="Graphic 2"/>
          <p:cNvPicPr>
            <a:picLocks noChangeAspect="1"/>
          </p:cNvPicPr>
          <p:nvPr/>
        </p:nvPicPr>
        <p:blipFill>
          <a:blip r:embed="rId2">
            <a:extLst/>
          </a:blip>
          <a:stretch>
            <a:fillRect/>
          </a:stretch>
        </p:blipFill>
        <p:spPr>
          <a:xfrm>
            <a:off x="5791291" y="1024301"/>
            <a:ext cx="609420" cy="545270"/>
          </a:xfrm>
          <a:prstGeom prst="rect">
            <a:avLst/>
          </a:prstGeom>
          <a:ln w="12700">
            <a:miter lim="400000"/>
          </a:ln>
        </p:spPr>
      </p:pic>
      <p:sp>
        <p:nvSpPr>
          <p:cNvPr id="565" name="Title 4"/>
          <p:cNvSpPr txBox="1"/>
          <p:nvPr/>
        </p:nvSpPr>
        <p:spPr>
          <a:xfrm>
            <a:off x="3894218" y="1786377"/>
            <a:ext cx="4403566" cy="6147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b="1" sz="4800">
                <a:solidFill>
                  <a:srgbClr val="FFFFFF"/>
                </a:solidFill>
              </a:defRPr>
            </a:lvl1pPr>
          </a:lstStyle>
          <a:p>
            <a:pPr/>
            <a:r>
              <a:t>Disclaimer</a:t>
            </a:r>
          </a:p>
        </p:txBody>
      </p:sp>
      <p:grpSp>
        <p:nvGrpSpPr>
          <p:cNvPr id="568" name="Rectangle 4"/>
          <p:cNvGrpSpPr/>
          <p:nvPr/>
        </p:nvGrpSpPr>
        <p:grpSpPr>
          <a:xfrm>
            <a:off x="2573604" y="5025323"/>
            <a:ext cx="7044792" cy="1146878"/>
            <a:chOff x="0" y="0"/>
            <a:chExt cx="7044790" cy="1146876"/>
          </a:xfrm>
        </p:grpSpPr>
        <p:sp>
          <p:nvSpPr>
            <p:cNvPr id="566" name="Rectangle"/>
            <p:cNvSpPr/>
            <p:nvPr/>
          </p:nvSpPr>
          <p:spPr>
            <a:xfrm>
              <a:off x="0" y="0"/>
              <a:ext cx="7044791" cy="1146877"/>
            </a:xfrm>
            <a:prstGeom prst="rect">
              <a:avLst/>
            </a:prstGeom>
            <a:noFill/>
            <a:ln w="12700" cap="flat">
              <a:solidFill>
                <a:srgbClr val="FFF2CC"/>
              </a:solidFill>
              <a:prstDash val="solid"/>
              <a:miter lim="800000"/>
            </a:ln>
            <a:effectLst/>
          </p:spPr>
          <p:txBody>
            <a:bodyPr wrap="square" lIns="0" tIns="0" rIns="0" bIns="0" numCol="1" anchor="ctr">
              <a:noAutofit/>
            </a:bodyPr>
            <a:lstStyle/>
            <a:p>
              <a:pPr algn="ctr" defTabSz="914353">
                <a:defRPr b="1" sz="1600">
                  <a:solidFill>
                    <a:srgbClr val="FFE699"/>
                  </a:solidFill>
                </a:defRPr>
              </a:pPr>
            </a:p>
          </p:txBody>
        </p:sp>
        <p:sp>
          <p:nvSpPr>
            <p:cNvPr id="567" name="This presentation was downloaded from Presales Stories.…"/>
            <p:cNvSpPr txBox="1"/>
            <p:nvPr/>
          </p:nvSpPr>
          <p:spPr>
            <a:xfrm>
              <a:off x="52070" y="131041"/>
              <a:ext cx="6940651" cy="88479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defTabSz="914353">
                <a:spcBef>
                  <a:spcPts val="600"/>
                </a:spcBef>
                <a:defRPr b="1" sz="1600">
                  <a:solidFill>
                    <a:srgbClr val="FFE699"/>
                  </a:solidFill>
                </a:defRPr>
              </a:pPr>
              <a:r>
                <a:t>This presentation was downloaded from Presales Stories. </a:t>
              </a:r>
              <a:endParaRPr>
                <a:solidFill>
                  <a:srgbClr val="FFFFFF"/>
                </a:solidFill>
              </a:endParaRPr>
            </a:p>
            <a:p>
              <a:pPr algn="ctr" defTabSz="914353">
                <a:defRPr b="1" sz="1600">
                  <a:solidFill>
                    <a:srgbClr val="FFE699"/>
                  </a:solidFill>
                </a:defRPr>
              </a:pPr>
              <a:r>
                <a:t>Discover more content about EPAM’s Capabilities at </a:t>
              </a:r>
              <a:br/>
              <a:r>
                <a:rPr u="sng">
                  <a:solidFill>
                    <a:schemeClr val="accent2"/>
                  </a:solidFill>
                  <a:uFill>
                    <a:solidFill>
                      <a:schemeClr val="accent2"/>
                    </a:solidFill>
                  </a:uFill>
                  <a:hlinkClick r:id="rId3" invalidUrl="" action="" tgtFrame="" tooltip="" history="1" highlightClick="0" endSnd="0"/>
                </a:rPr>
                <a:t>https://epa.ms/stories</a:t>
              </a:r>
            </a:p>
          </p:txBody>
        </p:sp>
      </p:grpSp>
      <p:sp>
        <p:nvSpPr>
          <p:cNvPr id="569" name="Title 4"/>
          <p:cNvSpPr txBox="1"/>
          <p:nvPr/>
        </p:nvSpPr>
        <p:spPr>
          <a:xfrm>
            <a:off x="2901516" y="2834447"/>
            <a:ext cx="6388968" cy="13386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lnSpc>
                <a:spcPct val="150000"/>
              </a:lnSpc>
              <a:defRPr sz="2400">
                <a:solidFill>
                  <a:srgbClr val="FFFFFF"/>
                </a:solidFill>
                <a:latin typeface="Calibri Light"/>
                <a:ea typeface="Calibri Light"/>
                <a:cs typeface="Calibri Light"/>
                <a:sym typeface="Calibri Light"/>
              </a:defRPr>
            </a:pPr>
            <a:r>
              <a:t>All provided material can only be used under NDA</a:t>
            </a:r>
            <a:br/>
            <a:r>
              <a:t>Slides can Contain Confidential Notes</a:t>
            </a:r>
            <a:br/>
            <a:r>
              <a:t>Don’t Share As PPT</a:t>
            </a:r>
          </a:p>
        </p:txBody>
      </p:sp>
    </p:spTree>
  </p:cSld>
  <p:clrMapOvr>
    <a:masterClrMapping/>
  </p:clrMapOvr>
  <p:transition xmlns:p14="http://schemas.microsoft.com/office/powerpoint/2010/main" spd="med" advClick="1"/>
</p:sldLayout>
</file>

<file path=ppt/slideLayouts/slideLayout4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hank you">
    <p:spTree>
      <p:nvGrpSpPr>
        <p:cNvPr id="1" name=""/>
        <p:cNvGrpSpPr/>
        <p:nvPr/>
      </p:nvGrpSpPr>
      <p:grpSpPr>
        <a:xfrm>
          <a:off x="0" y="0"/>
          <a:ext cx="0" cy="0"/>
          <a:chOff x="0" y="0"/>
          <a:chExt cx="0" cy="0"/>
        </a:xfrm>
      </p:grpSpPr>
      <p:pic>
        <p:nvPicPr>
          <p:cNvPr id="576"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577"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578" name="Slide Number"/>
          <p:cNvSpPr txBox="1"/>
          <p:nvPr>
            <p:ph type="sldNum" sz="quarter" idx="2"/>
          </p:nvPr>
        </p:nvSpPr>
        <p:spPr>
          <a:prstGeom prst="rect">
            <a:avLst/>
          </a:prstGeom>
        </p:spPr>
        <p:txBody>
          <a:bodyPr/>
          <a:lstStyle/>
          <a:p>
            <a:pPr/>
            <a:fld id="{86CB4B4D-7CA3-9044-876B-883B54F8677D}" type="slidenum"/>
          </a:p>
        </p:txBody>
      </p:sp>
      <p:sp>
        <p:nvSpPr>
          <p:cNvPr id="579" name="Rectangle 1"/>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580" name="Thank you!"/>
          <p:cNvSpPr txBox="1"/>
          <p:nvPr>
            <p:ph type="title" hasCustomPrompt="1"/>
          </p:nvPr>
        </p:nvSpPr>
        <p:spPr>
          <a:xfrm>
            <a:off x="457201" y="2875002"/>
            <a:ext cx="5530851" cy="1107997"/>
          </a:xfrm>
          <a:prstGeom prst="rect">
            <a:avLst/>
          </a:prstGeom>
        </p:spPr>
        <p:txBody>
          <a:bodyPr/>
          <a:lstStyle>
            <a:lvl1pPr>
              <a:defRPr b="0" sz="7200">
                <a:solidFill>
                  <a:schemeClr val="accent2"/>
                </a:solidFill>
                <a:latin typeface="Calibri Light"/>
                <a:ea typeface="Calibri Light"/>
                <a:cs typeface="Calibri Light"/>
                <a:sym typeface="Calibri Light"/>
              </a:defRPr>
            </a:lvl1pPr>
          </a:lstStyle>
          <a:p>
            <a:pPr/>
            <a:r>
              <a:t>Thank you!</a:t>
            </a:r>
          </a:p>
        </p:txBody>
      </p:sp>
      <p:sp>
        <p:nvSpPr>
          <p:cNvPr id="581" name="Body Level One…"/>
          <p:cNvSpPr txBox="1"/>
          <p:nvPr>
            <p:ph type="body" sz="quarter" idx="1" hasCustomPrompt="1"/>
          </p:nvPr>
        </p:nvSpPr>
        <p:spPr>
          <a:xfrm>
            <a:off x="7907338" y="2286000"/>
            <a:ext cx="3827463" cy="257250"/>
          </a:xfrm>
          <a:prstGeom prst="rect">
            <a:avLst/>
          </a:prstGeom>
        </p:spPr>
        <p:txBody>
          <a:bodyPr>
            <a:normAutofit fontScale="100000" lnSpcReduction="0"/>
          </a:bodyPr>
          <a:lstStyle>
            <a:lvl1pPr>
              <a:defRPr sz="1600">
                <a:solidFill>
                  <a:srgbClr val="FFFFFF"/>
                </a:solidFill>
              </a:defRPr>
            </a:lvl1pPr>
            <a:lvl2pPr marL="209005" indent="-209005">
              <a:defRPr sz="1600">
                <a:solidFill>
                  <a:srgbClr val="FFFFFF"/>
                </a:solidFill>
              </a:defRPr>
            </a:lvl2pPr>
            <a:lvl3pPr marL="426719" indent="-243839">
              <a:defRPr sz="1600">
                <a:solidFill>
                  <a:srgbClr val="FFFFFF"/>
                </a:solidFill>
              </a:defRPr>
            </a:lvl3pPr>
            <a:lvl4pPr marL="1676400" indent="-304800">
              <a:defRPr sz="1600">
                <a:solidFill>
                  <a:srgbClr val="FFFFFF"/>
                </a:solidFill>
              </a:defRPr>
            </a:lvl4pPr>
            <a:lvl5pPr marL="2133600" indent="-304800">
              <a:defRPr sz="1600">
                <a:solidFill>
                  <a:srgbClr val="FFFFFF"/>
                </a:solidFill>
              </a:defRPr>
            </a:lvl5pPr>
          </a:lstStyle>
          <a:p>
            <a:pPr/>
            <a:r>
              <a:t>For more information, contact</a:t>
            </a:r>
          </a:p>
          <a:p>
            <a:pPr lvl="1"/>
            <a:r>
              <a:t/>
            </a:r>
          </a:p>
          <a:p>
            <a:pPr lvl="2"/>
            <a:r>
              <a:t/>
            </a:r>
          </a:p>
          <a:p>
            <a:pPr lvl="3"/>
            <a:r>
              <a:t/>
            </a:r>
          </a:p>
          <a:p>
            <a:pPr lvl="4"/>
            <a:r>
              <a:t/>
            </a:r>
          </a:p>
        </p:txBody>
      </p:sp>
      <p:sp>
        <p:nvSpPr>
          <p:cNvPr id="582" name="Text Placeholder 5"/>
          <p:cNvSpPr/>
          <p:nvPr>
            <p:ph type="body" sz="quarter" idx="21" hasCustomPrompt="1"/>
          </p:nvPr>
        </p:nvSpPr>
        <p:spPr>
          <a:xfrm>
            <a:off x="7907338" y="2746674"/>
            <a:ext cx="3827463" cy="289439"/>
          </a:xfrm>
          <a:prstGeom prst="rect">
            <a:avLst/>
          </a:prstGeom>
        </p:spPr>
        <p:txBody>
          <a:bodyPr>
            <a:normAutofit fontScale="100000" lnSpcReduction="0"/>
          </a:bodyPr>
          <a:lstStyle>
            <a:lvl1pPr>
              <a:defRPr b="1" sz="1800">
                <a:solidFill>
                  <a:srgbClr val="FFFFFF"/>
                </a:solidFill>
              </a:defRPr>
            </a:lvl1pPr>
          </a:lstStyle>
          <a:p>
            <a:pPr/>
            <a:r>
              <a:t>Victoria Morrison</a:t>
            </a:r>
          </a:p>
        </p:txBody>
      </p:sp>
      <p:sp>
        <p:nvSpPr>
          <p:cNvPr id="583" name="Text Placeholder 5"/>
          <p:cNvSpPr/>
          <p:nvPr>
            <p:ph type="body" sz="quarter" idx="22" hasCustomPrompt="1"/>
          </p:nvPr>
        </p:nvSpPr>
        <p:spPr>
          <a:xfrm>
            <a:off x="7907338" y="3039391"/>
            <a:ext cx="3827463" cy="225127"/>
          </a:xfrm>
          <a:prstGeom prst="rect">
            <a:avLst/>
          </a:prstGeom>
        </p:spPr>
        <p:txBody>
          <a:bodyPr>
            <a:normAutofit fontScale="100000" lnSpcReduction="0"/>
          </a:bodyPr>
          <a:lstStyle>
            <a:lvl1pPr>
              <a:defRPr>
                <a:solidFill>
                  <a:srgbClr val="FFFFFF"/>
                </a:solidFill>
              </a:defRPr>
            </a:lvl1pPr>
          </a:lstStyle>
          <a:p>
            <a:pPr/>
            <a:r>
              <a:t>Head of Marketing EMEA</a:t>
            </a:r>
          </a:p>
        </p:txBody>
      </p:sp>
      <p:sp>
        <p:nvSpPr>
          <p:cNvPr id="584" name="Text Placeholder 5"/>
          <p:cNvSpPr/>
          <p:nvPr>
            <p:ph type="body" sz="quarter" idx="23" hasCustomPrompt="1"/>
          </p:nvPr>
        </p:nvSpPr>
        <p:spPr>
          <a:xfrm>
            <a:off x="7907338" y="3661073"/>
            <a:ext cx="3827463" cy="225127"/>
          </a:xfrm>
          <a:prstGeom prst="rect">
            <a:avLst/>
          </a:prstGeom>
        </p:spPr>
        <p:txBody>
          <a:bodyPr>
            <a:normAutofit fontScale="100000" lnSpcReduction="0"/>
          </a:bodyPr>
          <a:lstStyle>
            <a:lvl1pPr>
              <a:defRPr>
                <a:solidFill>
                  <a:srgbClr val="FFFFFF"/>
                </a:solidFill>
              </a:defRPr>
            </a:lvl1pPr>
          </a:lstStyle>
          <a:p>
            <a:pPr/>
            <a:r>
              <a:t>victoria_morrison@epam.com</a:t>
            </a:r>
          </a:p>
        </p:txBody>
      </p:sp>
      <p:sp>
        <p:nvSpPr>
          <p:cNvPr id="585" name="Text Placeholder 5"/>
          <p:cNvSpPr/>
          <p:nvPr>
            <p:ph type="body" sz="quarter" idx="24" hasCustomPrompt="1"/>
          </p:nvPr>
        </p:nvSpPr>
        <p:spPr>
          <a:xfrm>
            <a:off x="7907338" y="3948003"/>
            <a:ext cx="3827463" cy="225127"/>
          </a:xfrm>
          <a:prstGeom prst="rect">
            <a:avLst/>
          </a:prstGeom>
        </p:spPr>
        <p:txBody>
          <a:bodyPr>
            <a:normAutofit fontScale="100000" lnSpcReduction="0"/>
          </a:bodyPr>
          <a:lstStyle>
            <a:lvl1pPr>
              <a:defRPr>
                <a:solidFill>
                  <a:srgbClr val="FFFFFF"/>
                </a:solidFill>
              </a:defRPr>
            </a:lvl1pPr>
          </a:lstStyle>
          <a:p>
            <a:pPr/>
            <a:r>
              <a:t>+1 000 000 000</a:t>
            </a:r>
          </a:p>
        </p:txBody>
      </p:sp>
      <p:sp>
        <p:nvSpPr>
          <p:cNvPr id="586" name="Text Placeholder 5"/>
          <p:cNvSpPr/>
          <p:nvPr>
            <p:ph type="body" sz="quarter" idx="25" hasCustomPrompt="1"/>
          </p:nvPr>
        </p:nvSpPr>
        <p:spPr>
          <a:xfrm>
            <a:off x="7907338" y="4572000"/>
            <a:ext cx="3827463" cy="1173079"/>
          </a:xfrm>
          <a:prstGeom prst="rect">
            <a:avLst/>
          </a:prstGeom>
        </p:spPr>
        <p:txBody>
          <a:bodyPr>
            <a:normAutofit fontScale="100000" lnSpcReduction="0"/>
          </a:bodyPr>
          <a:lstStyle>
            <a:lvl1pPr defTabSz="905255">
              <a:spcBef>
                <a:spcPts val="500"/>
              </a:spcBef>
              <a:defRPr sz="1386">
                <a:solidFill>
                  <a:srgbClr val="FFFFFF"/>
                </a:solidFill>
              </a:defRPr>
            </a:lvl1pPr>
          </a:lstStyle>
          <a:p>
            <a:pPr/>
            <a:r>
              <a:t>Address line 1 Address line 2 Address line 3 Zip code Country</a:t>
            </a:r>
          </a:p>
        </p:txBody>
      </p:sp>
      <p:sp>
        <p:nvSpPr>
          <p:cNvPr id="587" name="Straight Connector 14"/>
          <p:cNvSpPr/>
          <p:nvPr/>
        </p:nvSpPr>
        <p:spPr>
          <a:xfrm>
            <a:off x="6946899" y="2285999"/>
            <a:ext cx="1" cy="3534698"/>
          </a:xfrm>
          <a:prstGeom prst="line">
            <a:avLst/>
          </a:prstGeom>
          <a:ln w="6350">
            <a:solidFill>
              <a:srgbClr val="A0A0A0"/>
            </a:solidFill>
            <a:miter/>
          </a:ln>
        </p:spPr>
        <p:txBody>
          <a:bodyPr lIns="45719" rIns="45719"/>
          <a:lstStyle/>
          <a:p>
            <a:pPr/>
          </a:p>
        </p:txBody>
      </p:sp>
      <p:pic>
        <p:nvPicPr>
          <p:cNvPr id="588" name="Graphic 3" descr="Graphic 3"/>
          <p:cNvPicPr>
            <a:picLocks noChangeAspect="1"/>
          </p:cNvPicPr>
          <p:nvPr/>
        </p:nvPicPr>
        <p:blipFill>
          <a:blip r:embed="rId3">
            <a:extLst/>
          </a:blip>
          <a:stretch>
            <a:fillRect/>
          </a:stretch>
        </p:blipFill>
        <p:spPr>
          <a:xfrm>
            <a:off x="457201" y="6438901"/>
            <a:ext cx="540541" cy="190500"/>
          </a:xfrm>
          <a:prstGeom prst="rect">
            <a:avLst/>
          </a:prstGeom>
          <a:ln w="12700">
            <a:miter lim="400000"/>
          </a:ln>
        </p:spPr>
      </p:pic>
    </p:spTree>
  </p:cSld>
  <p:clrMapOvr>
    <a:masterClrMapping/>
  </p:clrMapOvr>
  <p:transition xmlns:p14="http://schemas.microsoft.com/office/powerpoint/2010/main" spd="med" advClick="1"/>
</p:sldLayout>
</file>

<file path=ppt/slideLayouts/slideLayout4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hank you-Picture">
    <p:spTree>
      <p:nvGrpSpPr>
        <p:cNvPr id="1" name=""/>
        <p:cNvGrpSpPr/>
        <p:nvPr/>
      </p:nvGrpSpPr>
      <p:grpSpPr>
        <a:xfrm>
          <a:off x="0" y="0"/>
          <a:ext cx="0" cy="0"/>
          <a:chOff x="0" y="0"/>
          <a:chExt cx="0" cy="0"/>
        </a:xfrm>
      </p:grpSpPr>
      <p:sp>
        <p:nvSpPr>
          <p:cNvPr id="595" name="Slide Number"/>
          <p:cNvSpPr txBox="1"/>
          <p:nvPr>
            <p:ph type="sldNum" sz="quarter" idx="2"/>
          </p:nvPr>
        </p:nvSpPr>
        <p:spPr>
          <a:prstGeom prst="rect">
            <a:avLst/>
          </a:prstGeom>
        </p:spPr>
        <p:txBody>
          <a:bodyPr/>
          <a:lstStyle/>
          <a:p>
            <a:pPr/>
            <a:fld id="{86CB4B4D-7CA3-9044-876B-883B54F8677D}" type="slidenum"/>
          </a:p>
        </p:txBody>
      </p:sp>
      <p:sp>
        <p:nvSpPr>
          <p:cNvPr id="596" name="Rectangle 1"/>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597" name="Thank you!"/>
          <p:cNvSpPr txBox="1"/>
          <p:nvPr>
            <p:ph type="title" hasCustomPrompt="1"/>
          </p:nvPr>
        </p:nvSpPr>
        <p:spPr>
          <a:xfrm>
            <a:off x="457201" y="1181100"/>
            <a:ext cx="4426771" cy="1107997"/>
          </a:xfrm>
          <a:prstGeom prst="rect">
            <a:avLst/>
          </a:prstGeom>
        </p:spPr>
        <p:txBody>
          <a:bodyPr/>
          <a:lstStyle>
            <a:lvl1pPr>
              <a:defRPr b="0" sz="7200">
                <a:solidFill>
                  <a:schemeClr val="accent2"/>
                </a:solidFill>
                <a:latin typeface="Calibri Light"/>
                <a:ea typeface="Calibri Light"/>
                <a:cs typeface="Calibri Light"/>
                <a:sym typeface="Calibri Light"/>
              </a:defRPr>
            </a:lvl1pPr>
          </a:lstStyle>
          <a:p>
            <a:pPr/>
            <a:r>
              <a:t>Thank you!</a:t>
            </a:r>
          </a:p>
        </p:txBody>
      </p:sp>
      <p:sp>
        <p:nvSpPr>
          <p:cNvPr id="598" name="Body Level One…"/>
          <p:cNvSpPr txBox="1"/>
          <p:nvPr>
            <p:ph type="body" sz="quarter" idx="1" hasCustomPrompt="1"/>
          </p:nvPr>
        </p:nvSpPr>
        <p:spPr>
          <a:xfrm>
            <a:off x="474662" y="2717433"/>
            <a:ext cx="3827464" cy="257251"/>
          </a:xfrm>
          <a:prstGeom prst="rect">
            <a:avLst/>
          </a:prstGeom>
        </p:spPr>
        <p:txBody>
          <a:bodyPr>
            <a:normAutofit fontScale="100000" lnSpcReduction="0"/>
          </a:bodyPr>
          <a:lstStyle>
            <a:lvl1pPr>
              <a:defRPr sz="1600">
                <a:solidFill>
                  <a:srgbClr val="FFFFFF"/>
                </a:solidFill>
              </a:defRPr>
            </a:lvl1pPr>
            <a:lvl2pPr marL="209005" indent="-209005">
              <a:defRPr sz="1600">
                <a:solidFill>
                  <a:srgbClr val="FFFFFF"/>
                </a:solidFill>
              </a:defRPr>
            </a:lvl2pPr>
            <a:lvl3pPr marL="426719" indent="-243839">
              <a:defRPr sz="1600">
                <a:solidFill>
                  <a:srgbClr val="FFFFFF"/>
                </a:solidFill>
              </a:defRPr>
            </a:lvl3pPr>
            <a:lvl4pPr marL="1676400" indent="-304800">
              <a:defRPr sz="1600">
                <a:solidFill>
                  <a:srgbClr val="FFFFFF"/>
                </a:solidFill>
              </a:defRPr>
            </a:lvl4pPr>
            <a:lvl5pPr marL="2133600" indent="-304800">
              <a:defRPr sz="1600">
                <a:solidFill>
                  <a:srgbClr val="FFFFFF"/>
                </a:solidFill>
              </a:defRPr>
            </a:lvl5pPr>
          </a:lstStyle>
          <a:p>
            <a:pPr/>
            <a:r>
              <a:t>For more information, contact</a:t>
            </a:r>
          </a:p>
          <a:p>
            <a:pPr lvl="1"/>
            <a:r>
              <a:t/>
            </a:r>
          </a:p>
          <a:p>
            <a:pPr lvl="2"/>
            <a:r>
              <a:t/>
            </a:r>
          </a:p>
          <a:p>
            <a:pPr lvl="3"/>
            <a:r>
              <a:t/>
            </a:r>
          </a:p>
          <a:p>
            <a:pPr lvl="4"/>
            <a:r>
              <a:t/>
            </a:r>
          </a:p>
        </p:txBody>
      </p:sp>
      <p:sp>
        <p:nvSpPr>
          <p:cNvPr id="599" name="Text Placeholder 5"/>
          <p:cNvSpPr/>
          <p:nvPr>
            <p:ph type="body" sz="quarter" idx="21" hasCustomPrompt="1"/>
          </p:nvPr>
        </p:nvSpPr>
        <p:spPr>
          <a:xfrm>
            <a:off x="474662" y="3178107"/>
            <a:ext cx="3827464" cy="289439"/>
          </a:xfrm>
          <a:prstGeom prst="rect">
            <a:avLst/>
          </a:prstGeom>
        </p:spPr>
        <p:txBody>
          <a:bodyPr>
            <a:normAutofit fontScale="100000" lnSpcReduction="0"/>
          </a:bodyPr>
          <a:lstStyle>
            <a:lvl1pPr>
              <a:defRPr b="1" sz="1800">
                <a:solidFill>
                  <a:srgbClr val="FFFFFF"/>
                </a:solidFill>
              </a:defRPr>
            </a:lvl1pPr>
          </a:lstStyle>
          <a:p>
            <a:pPr/>
            <a:r>
              <a:t>Victoria Morrison</a:t>
            </a:r>
          </a:p>
        </p:txBody>
      </p:sp>
      <p:sp>
        <p:nvSpPr>
          <p:cNvPr id="600" name="Text Placeholder 5"/>
          <p:cNvSpPr/>
          <p:nvPr>
            <p:ph type="body" sz="quarter" idx="22" hasCustomPrompt="1"/>
          </p:nvPr>
        </p:nvSpPr>
        <p:spPr>
          <a:xfrm>
            <a:off x="474662" y="3470824"/>
            <a:ext cx="3827464" cy="225127"/>
          </a:xfrm>
          <a:prstGeom prst="rect">
            <a:avLst/>
          </a:prstGeom>
        </p:spPr>
        <p:txBody>
          <a:bodyPr>
            <a:normAutofit fontScale="100000" lnSpcReduction="0"/>
          </a:bodyPr>
          <a:lstStyle>
            <a:lvl1pPr>
              <a:defRPr>
                <a:solidFill>
                  <a:srgbClr val="FFFFFF"/>
                </a:solidFill>
              </a:defRPr>
            </a:lvl1pPr>
          </a:lstStyle>
          <a:p>
            <a:pPr/>
            <a:r>
              <a:t>Head of Marketing EMEA</a:t>
            </a:r>
          </a:p>
        </p:txBody>
      </p:sp>
      <p:sp>
        <p:nvSpPr>
          <p:cNvPr id="601" name="Text Placeholder 5"/>
          <p:cNvSpPr/>
          <p:nvPr>
            <p:ph type="body" sz="quarter" idx="23" hasCustomPrompt="1"/>
          </p:nvPr>
        </p:nvSpPr>
        <p:spPr>
          <a:xfrm>
            <a:off x="474662" y="4092507"/>
            <a:ext cx="3827464" cy="225127"/>
          </a:xfrm>
          <a:prstGeom prst="rect">
            <a:avLst/>
          </a:prstGeom>
        </p:spPr>
        <p:txBody>
          <a:bodyPr>
            <a:normAutofit fontScale="100000" lnSpcReduction="0"/>
          </a:bodyPr>
          <a:lstStyle>
            <a:lvl1pPr>
              <a:defRPr>
                <a:solidFill>
                  <a:srgbClr val="FFFFFF"/>
                </a:solidFill>
              </a:defRPr>
            </a:lvl1pPr>
          </a:lstStyle>
          <a:p>
            <a:pPr/>
            <a:r>
              <a:t>victoria_morrison@epam.com</a:t>
            </a:r>
          </a:p>
        </p:txBody>
      </p:sp>
      <p:sp>
        <p:nvSpPr>
          <p:cNvPr id="602" name="Text Placeholder 5"/>
          <p:cNvSpPr/>
          <p:nvPr>
            <p:ph type="body" sz="quarter" idx="24" hasCustomPrompt="1"/>
          </p:nvPr>
        </p:nvSpPr>
        <p:spPr>
          <a:xfrm>
            <a:off x="474662" y="4379438"/>
            <a:ext cx="3827464" cy="225127"/>
          </a:xfrm>
          <a:prstGeom prst="rect">
            <a:avLst/>
          </a:prstGeom>
        </p:spPr>
        <p:txBody>
          <a:bodyPr>
            <a:normAutofit fontScale="100000" lnSpcReduction="0"/>
          </a:bodyPr>
          <a:lstStyle>
            <a:lvl1pPr>
              <a:defRPr>
                <a:solidFill>
                  <a:srgbClr val="FFFFFF"/>
                </a:solidFill>
              </a:defRPr>
            </a:lvl1pPr>
          </a:lstStyle>
          <a:p>
            <a:pPr/>
            <a:r>
              <a:t>+1 000 000 000</a:t>
            </a:r>
          </a:p>
        </p:txBody>
      </p:sp>
      <p:sp>
        <p:nvSpPr>
          <p:cNvPr id="603" name="Text Placeholder 5"/>
          <p:cNvSpPr/>
          <p:nvPr>
            <p:ph type="body" sz="quarter" idx="25" hasCustomPrompt="1"/>
          </p:nvPr>
        </p:nvSpPr>
        <p:spPr>
          <a:xfrm>
            <a:off x="474662" y="5003434"/>
            <a:ext cx="3827464" cy="1173079"/>
          </a:xfrm>
          <a:prstGeom prst="rect">
            <a:avLst/>
          </a:prstGeom>
        </p:spPr>
        <p:txBody>
          <a:bodyPr>
            <a:normAutofit fontScale="100000" lnSpcReduction="0"/>
          </a:bodyPr>
          <a:lstStyle>
            <a:lvl1pPr defTabSz="905255">
              <a:spcBef>
                <a:spcPts val="500"/>
              </a:spcBef>
              <a:defRPr sz="1386">
                <a:solidFill>
                  <a:srgbClr val="FFFFFF"/>
                </a:solidFill>
              </a:defRPr>
            </a:lvl1pPr>
          </a:lstStyle>
          <a:p>
            <a:pPr/>
            <a:r>
              <a:t>Address line 1 Address line 2 Address line 3 Zip code Country</a:t>
            </a:r>
          </a:p>
        </p:txBody>
      </p:sp>
      <p:pic>
        <p:nvPicPr>
          <p:cNvPr id="604" name="Graphic 3" descr="Graphic 3"/>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605" name="Picture Placeholder 2"/>
          <p:cNvSpPr/>
          <p:nvPr>
            <p:ph type="pic" idx="26"/>
          </p:nvPr>
        </p:nvSpPr>
        <p:spPr>
          <a:xfrm>
            <a:off x="6095998" y="0"/>
            <a:ext cx="6096002" cy="6858000"/>
          </a:xfrm>
          <a:prstGeom prst="rect">
            <a:avLst/>
          </a:prstGeom>
        </p:spPr>
        <p:txBody>
          <a:bodyPr lIns="91439" tIns="45719" rIns="91439" bIns="45719"/>
          <a:lstStyle/>
          <a:p>
            <a:pPr/>
          </a:p>
        </p:txBody>
      </p:sp>
    </p:spTree>
  </p:cSld>
  <p:clrMapOvr>
    <a:masterClrMapping/>
  </p:clrMapOvr>
  <p:transition xmlns:p14="http://schemas.microsoft.com/office/powerpoint/2010/main" spd="med" advClick="1"/>
</p:sldLayout>
</file>

<file path=ppt/slideLayouts/slideLayout4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hank you">
    <p:spTree>
      <p:nvGrpSpPr>
        <p:cNvPr id="1" name=""/>
        <p:cNvGrpSpPr/>
        <p:nvPr/>
      </p:nvGrpSpPr>
      <p:grpSpPr>
        <a:xfrm>
          <a:off x="0" y="0"/>
          <a:ext cx="0" cy="0"/>
          <a:chOff x="0" y="0"/>
          <a:chExt cx="0" cy="0"/>
        </a:xfrm>
      </p:grpSpPr>
      <p:pic>
        <p:nvPicPr>
          <p:cNvPr id="612"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613"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614" name="Slide Number"/>
          <p:cNvSpPr txBox="1"/>
          <p:nvPr>
            <p:ph type="sldNum" sz="quarter" idx="2"/>
          </p:nvPr>
        </p:nvSpPr>
        <p:spPr>
          <a:prstGeom prst="rect">
            <a:avLst/>
          </a:prstGeom>
        </p:spPr>
        <p:txBody>
          <a:bodyPr/>
          <a:lstStyle/>
          <a:p>
            <a:pPr/>
            <a:fld id="{86CB4B4D-7CA3-9044-876B-883B54F8677D}" type="slidenum"/>
          </a:p>
        </p:txBody>
      </p:sp>
      <p:sp>
        <p:nvSpPr>
          <p:cNvPr id="615" name="Rectangle 1"/>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616" name="Thank you!"/>
          <p:cNvSpPr txBox="1"/>
          <p:nvPr>
            <p:ph type="title" hasCustomPrompt="1"/>
          </p:nvPr>
        </p:nvSpPr>
        <p:spPr>
          <a:xfrm>
            <a:off x="457201" y="2875002"/>
            <a:ext cx="5530851" cy="1107997"/>
          </a:xfrm>
          <a:prstGeom prst="rect">
            <a:avLst/>
          </a:prstGeom>
        </p:spPr>
        <p:txBody>
          <a:bodyPr/>
          <a:lstStyle>
            <a:lvl1pPr>
              <a:defRPr b="0" sz="7200">
                <a:solidFill>
                  <a:schemeClr val="accent2"/>
                </a:solidFill>
                <a:latin typeface="Calibri Light"/>
                <a:ea typeface="Calibri Light"/>
                <a:cs typeface="Calibri Light"/>
                <a:sym typeface="Calibri Light"/>
              </a:defRPr>
            </a:lvl1pPr>
          </a:lstStyle>
          <a:p>
            <a:pPr/>
            <a:r>
              <a:t>Thank you!</a:t>
            </a:r>
          </a:p>
        </p:txBody>
      </p:sp>
      <p:sp>
        <p:nvSpPr>
          <p:cNvPr id="617" name="Body Level One…"/>
          <p:cNvSpPr txBox="1"/>
          <p:nvPr>
            <p:ph type="body" sz="quarter" idx="1" hasCustomPrompt="1"/>
          </p:nvPr>
        </p:nvSpPr>
        <p:spPr>
          <a:xfrm>
            <a:off x="7907338" y="2286000"/>
            <a:ext cx="3827463" cy="257250"/>
          </a:xfrm>
          <a:prstGeom prst="rect">
            <a:avLst/>
          </a:prstGeom>
        </p:spPr>
        <p:txBody>
          <a:bodyPr>
            <a:normAutofit fontScale="100000" lnSpcReduction="0"/>
          </a:bodyPr>
          <a:lstStyle>
            <a:lvl1pPr>
              <a:defRPr sz="1600">
                <a:solidFill>
                  <a:srgbClr val="FFFFFF"/>
                </a:solidFill>
              </a:defRPr>
            </a:lvl1pPr>
            <a:lvl2pPr marL="209005" indent="-209005">
              <a:defRPr sz="1600">
                <a:solidFill>
                  <a:srgbClr val="FFFFFF"/>
                </a:solidFill>
              </a:defRPr>
            </a:lvl2pPr>
            <a:lvl3pPr marL="426719" indent="-243839">
              <a:defRPr sz="1600">
                <a:solidFill>
                  <a:srgbClr val="FFFFFF"/>
                </a:solidFill>
              </a:defRPr>
            </a:lvl3pPr>
            <a:lvl4pPr marL="1676400" indent="-304800">
              <a:defRPr sz="1600">
                <a:solidFill>
                  <a:srgbClr val="FFFFFF"/>
                </a:solidFill>
              </a:defRPr>
            </a:lvl4pPr>
            <a:lvl5pPr marL="2133600" indent="-304800">
              <a:defRPr sz="1600">
                <a:solidFill>
                  <a:srgbClr val="FFFFFF"/>
                </a:solidFill>
              </a:defRPr>
            </a:lvl5pPr>
          </a:lstStyle>
          <a:p>
            <a:pPr/>
            <a:r>
              <a:t>For more information, contact</a:t>
            </a:r>
          </a:p>
          <a:p>
            <a:pPr lvl="1"/>
            <a:r>
              <a:t/>
            </a:r>
          </a:p>
          <a:p>
            <a:pPr lvl="2"/>
            <a:r>
              <a:t/>
            </a:r>
          </a:p>
          <a:p>
            <a:pPr lvl="3"/>
            <a:r>
              <a:t/>
            </a:r>
          </a:p>
          <a:p>
            <a:pPr lvl="4"/>
            <a:r>
              <a:t/>
            </a:r>
          </a:p>
        </p:txBody>
      </p:sp>
      <p:sp>
        <p:nvSpPr>
          <p:cNvPr id="618" name="Text Placeholder 5"/>
          <p:cNvSpPr/>
          <p:nvPr>
            <p:ph type="body" sz="quarter" idx="21" hasCustomPrompt="1"/>
          </p:nvPr>
        </p:nvSpPr>
        <p:spPr>
          <a:xfrm>
            <a:off x="7907338" y="2746674"/>
            <a:ext cx="3827463" cy="289439"/>
          </a:xfrm>
          <a:prstGeom prst="rect">
            <a:avLst/>
          </a:prstGeom>
        </p:spPr>
        <p:txBody>
          <a:bodyPr>
            <a:normAutofit fontScale="100000" lnSpcReduction="0"/>
          </a:bodyPr>
          <a:lstStyle>
            <a:lvl1pPr>
              <a:defRPr b="1" sz="1800">
                <a:solidFill>
                  <a:srgbClr val="FFFFFF"/>
                </a:solidFill>
              </a:defRPr>
            </a:lvl1pPr>
          </a:lstStyle>
          <a:p>
            <a:pPr/>
            <a:r>
              <a:t>Victoria Morrison</a:t>
            </a:r>
          </a:p>
        </p:txBody>
      </p:sp>
      <p:sp>
        <p:nvSpPr>
          <p:cNvPr id="619" name="Text Placeholder 5"/>
          <p:cNvSpPr/>
          <p:nvPr>
            <p:ph type="body" sz="quarter" idx="22" hasCustomPrompt="1"/>
          </p:nvPr>
        </p:nvSpPr>
        <p:spPr>
          <a:xfrm>
            <a:off x="7907338" y="3039391"/>
            <a:ext cx="3827463" cy="225127"/>
          </a:xfrm>
          <a:prstGeom prst="rect">
            <a:avLst/>
          </a:prstGeom>
        </p:spPr>
        <p:txBody>
          <a:bodyPr>
            <a:normAutofit fontScale="100000" lnSpcReduction="0"/>
          </a:bodyPr>
          <a:lstStyle>
            <a:lvl1pPr>
              <a:defRPr>
                <a:solidFill>
                  <a:srgbClr val="FFFFFF"/>
                </a:solidFill>
              </a:defRPr>
            </a:lvl1pPr>
          </a:lstStyle>
          <a:p>
            <a:pPr/>
            <a:r>
              <a:t>Head of Marketing EMEA</a:t>
            </a:r>
          </a:p>
        </p:txBody>
      </p:sp>
      <p:sp>
        <p:nvSpPr>
          <p:cNvPr id="620" name="Text Placeholder 5"/>
          <p:cNvSpPr/>
          <p:nvPr>
            <p:ph type="body" sz="quarter" idx="23" hasCustomPrompt="1"/>
          </p:nvPr>
        </p:nvSpPr>
        <p:spPr>
          <a:xfrm>
            <a:off x="7907338" y="3661073"/>
            <a:ext cx="3827463" cy="225127"/>
          </a:xfrm>
          <a:prstGeom prst="rect">
            <a:avLst/>
          </a:prstGeom>
        </p:spPr>
        <p:txBody>
          <a:bodyPr>
            <a:normAutofit fontScale="100000" lnSpcReduction="0"/>
          </a:bodyPr>
          <a:lstStyle>
            <a:lvl1pPr>
              <a:defRPr>
                <a:solidFill>
                  <a:srgbClr val="FFFFFF"/>
                </a:solidFill>
              </a:defRPr>
            </a:lvl1pPr>
          </a:lstStyle>
          <a:p>
            <a:pPr/>
            <a:r>
              <a:t>victoria_morrison@epam.com</a:t>
            </a:r>
          </a:p>
        </p:txBody>
      </p:sp>
      <p:sp>
        <p:nvSpPr>
          <p:cNvPr id="621" name="Text Placeholder 5"/>
          <p:cNvSpPr/>
          <p:nvPr>
            <p:ph type="body" sz="quarter" idx="24" hasCustomPrompt="1"/>
          </p:nvPr>
        </p:nvSpPr>
        <p:spPr>
          <a:xfrm>
            <a:off x="7907338" y="3948003"/>
            <a:ext cx="3827463" cy="225127"/>
          </a:xfrm>
          <a:prstGeom prst="rect">
            <a:avLst/>
          </a:prstGeom>
        </p:spPr>
        <p:txBody>
          <a:bodyPr>
            <a:normAutofit fontScale="100000" lnSpcReduction="0"/>
          </a:bodyPr>
          <a:lstStyle>
            <a:lvl1pPr>
              <a:defRPr>
                <a:solidFill>
                  <a:srgbClr val="FFFFFF"/>
                </a:solidFill>
              </a:defRPr>
            </a:lvl1pPr>
          </a:lstStyle>
          <a:p>
            <a:pPr/>
            <a:r>
              <a:t>+1 000 000 000</a:t>
            </a:r>
          </a:p>
        </p:txBody>
      </p:sp>
      <p:sp>
        <p:nvSpPr>
          <p:cNvPr id="622" name="Text Placeholder 5"/>
          <p:cNvSpPr/>
          <p:nvPr>
            <p:ph type="body" sz="quarter" idx="25" hasCustomPrompt="1"/>
          </p:nvPr>
        </p:nvSpPr>
        <p:spPr>
          <a:xfrm>
            <a:off x="7907338" y="4572000"/>
            <a:ext cx="3827463" cy="1173079"/>
          </a:xfrm>
          <a:prstGeom prst="rect">
            <a:avLst/>
          </a:prstGeom>
        </p:spPr>
        <p:txBody>
          <a:bodyPr>
            <a:normAutofit fontScale="100000" lnSpcReduction="0"/>
          </a:bodyPr>
          <a:lstStyle>
            <a:lvl1pPr defTabSz="905255">
              <a:spcBef>
                <a:spcPts val="500"/>
              </a:spcBef>
              <a:defRPr sz="1386">
                <a:solidFill>
                  <a:srgbClr val="FFFFFF"/>
                </a:solidFill>
              </a:defRPr>
            </a:lvl1pPr>
          </a:lstStyle>
          <a:p>
            <a:pPr/>
            <a:r>
              <a:t>Address line 1 Address line 2 Address line 3 Zip code Country</a:t>
            </a:r>
          </a:p>
        </p:txBody>
      </p:sp>
      <p:sp>
        <p:nvSpPr>
          <p:cNvPr id="623" name="Straight Connector 14"/>
          <p:cNvSpPr/>
          <p:nvPr/>
        </p:nvSpPr>
        <p:spPr>
          <a:xfrm>
            <a:off x="6946899" y="2285999"/>
            <a:ext cx="1" cy="3534698"/>
          </a:xfrm>
          <a:prstGeom prst="line">
            <a:avLst/>
          </a:prstGeom>
          <a:ln w="6350">
            <a:solidFill>
              <a:srgbClr val="A0A0A0"/>
            </a:solidFill>
            <a:miter/>
          </a:ln>
        </p:spPr>
        <p:txBody>
          <a:bodyPr lIns="45719" rIns="45719"/>
          <a:lstStyle/>
          <a:p>
            <a:pPr/>
          </a:p>
        </p:txBody>
      </p:sp>
      <p:pic>
        <p:nvPicPr>
          <p:cNvPr id="624" name="Graphic 3" descr="Graphic 3"/>
          <p:cNvPicPr>
            <a:picLocks noChangeAspect="1"/>
          </p:cNvPicPr>
          <p:nvPr/>
        </p:nvPicPr>
        <p:blipFill>
          <a:blip r:embed="rId3">
            <a:extLst/>
          </a:blip>
          <a:stretch>
            <a:fillRect/>
          </a:stretch>
        </p:blipFill>
        <p:spPr>
          <a:xfrm>
            <a:off x="457201" y="6438901"/>
            <a:ext cx="540541" cy="190500"/>
          </a:xfrm>
          <a:prstGeom prst="rect">
            <a:avLst/>
          </a:prstGeom>
          <a:ln w="12700">
            <a:miter lim="400000"/>
          </a:ln>
        </p:spPr>
      </p:pic>
    </p:spTree>
  </p:cSld>
  <p:clrMapOvr>
    <a:masterClrMapping/>
  </p:clrMapOvr>
  <p:transition xmlns:p14="http://schemas.microsoft.com/office/powerpoint/2010/main" spd="med" advClick="1"/>
</p:sldLayout>
</file>

<file path=ppt/slideLayouts/slideLayout4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ase Study-1/3 Black">
    <p:spTree>
      <p:nvGrpSpPr>
        <p:cNvPr id="1" name=""/>
        <p:cNvGrpSpPr/>
        <p:nvPr/>
      </p:nvGrpSpPr>
      <p:grpSpPr>
        <a:xfrm>
          <a:off x="0" y="0"/>
          <a:ext cx="0" cy="0"/>
          <a:chOff x="0" y="0"/>
          <a:chExt cx="0" cy="0"/>
        </a:xfrm>
      </p:grpSpPr>
      <p:pic>
        <p:nvPicPr>
          <p:cNvPr id="631"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632"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633" name="Slide Number"/>
          <p:cNvSpPr txBox="1"/>
          <p:nvPr>
            <p:ph type="sldNum" sz="quarter" idx="2"/>
          </p:nvPr>
        </p:nvSpPr>
        <p:spPr>
          <a:prstGeom prst="rect">
            <a:avLst/>
          </a:prstGeom>
        </p:spPr>
        <p:txBody>
          <a:bodyPr/>
          <a:lstStyle/>
          <a:p>
            <a:pPr/>
            <a:fld id="{86CB4B4D-7CA3-9044-876B-883B54F8677D}" type="slidenum"/>
          </a:p>
        </p:txBody>
      </p:sp>
      <p:sp>
        <p:nvSpPr>
          <p:cNvPr id="634" name="Rectangle 1"/>
          <p:cNvSpPr/>
          <p:nvPr/>
        </p:nvSpPr>
        <p:spPr>
          <a:xfrm flipH="1">
            <a:off x="7907336" y="0"/>
            <a:ext cx="4284661"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635" name="Title Text"/>
          <p:cNvSpPr txBox="1"/>
          <p:nvPr>
            <p:ph type="title"/>
          </p:nvPr>
        </p:nvSpPr>
        <p:spPr>
          <a:xfrm>
            <a:off x="457200" y="467138"/>
            <a:ext cx="4797425" cy="338555"/>
          </a:xfrm>
          <a:prstGeom prst="rect">
            <a:avLst/>
          </a:prstGeom>
        </p:spPr>
        <p:txBody>
          <a:bodyPr/>
          <a:lstStyle/>
          <a:p>
            <a:pPr/>
            <a:r>
              <a:t>Title Text</a:t>
            </a:r>
          </a:p>
        </p:txBody>
      </p:sp>
      <p:sp>
        <p:nvSpPr>
          <p:cNvPr id="636" name="TextBox 6"/>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637"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
        <p:nvSpPr>
          <p:cNvPr id="638"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4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Black">
    <p:spTree>
      <p:nvGrpSpPr>
        <p:cNvPr id="1" name=""/>
        <p:cNvGrpSpPr/>
        <p:nvPr/>
      </p:nvGrpSpPr>
      <p:grpSpPr>
        <a:xfrm>
          <a:off x="0" y="0"/>
          <a:ext cx="0" cy="0"/>
          <a:chOff x="0" y="0"/>
          <a:chExt cx="0" cy="0"/>
        </a:xfrm>
      </p:grpSpPr>
      <p:pic>
        <p:nvPicPr>
          <p:cNvPr id="645"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646"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647" name="Slide Number"/>
          <p:cNvSpPr txBox="1"/>
          <p:nvPr>
            <p:ph type="sldNum" sz="quarter" idx="2"/>
          </p:nvPr>
        </p:nvSpPr>
        <p:spPr>
          <a:prstGeom prst="rect">
            <a:avLst/>
          </a:prstGeom>
        </p:spPr>
        <p:txBody>
          <a:bodyPr/>
          <a:lstStyle/>
          <a:p>
            <a:pPr/>
            <a:fld id="{86CB4B4D-7CA3-9044-876B-883B54F8677D}" type="slidenum"/>
          </a:p>
        </p:txBody>
      </p:sp>
      <p:sp>
        <p:nvSpPr>
          <p:cNvPr id="648" name="Rectangle 5"/>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pic>
        <p:nvPicPr>
          <p:cNvPr id="649" name="Graphic 6" descr="Graphic 6"/>
          <p:cNvPicPr>
            <a:picLocks noChangeAspect="1"/>
          </p:cNvPicPr>
          <p:nvPr/>
        </p:nvPicPr>
        <p:blipFill>
          <a:blip r:embed="rId3">
            <a:extLst/>
          </a:blip>
          <a:stretch>
            <a:fillRect/>
          </a:stretch>
        </p:blipFill>
        <p:spPr>
          <a:xfrm>
            <a:off x="457201" y="6438901"/>
            <a:ext cx="540541" cy="190500"/>
          </a:xfrm>
          <a:prstGeom prst="rect">
            <a:avLst/>
          </a:prstGeom>
          <a:ln w="12700">
            <a:miter lim="400000"/>
          </a:ln>
        </p:spPr>
      </p:pic>
      <p:sp>
        <p:nvSpPr>
          <p:cNvPr id="650" name="TextBox 9"/>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651" name="Title Text"/>
          <p:cNvSpPr txBox="1"/>
          <p:nvPr>
            <p:ph type="title"/>
          </p:nvPr>
        </p:nvSpPr>
        <p:spPr>
          <a:prstGeom prst="rect">
            <a:avLst/>
          </a:prstGeom>
        </p:spPr>
        <p:txBody>
          <a:bodyPr/>
          <a:lstStyle>
            <a:lvl1pPr>
              <a:defRPr>
                <a:solidFill>
                  <a:srgbClr val="FFFFFF"/>
                </a:solidFill>
              </a:defRPr>
            </a:lvl1pPr>
          </a:lstStyle>
          <a:p>
            <a:pPr/>
            <a:r>
              <a:t>Title Text</a:t>
            </a:r>
          </a:p>
        </p:txBody>
      </p:sp>
      <p:sp>
        <p:nvSpPr>
          <p:cNvPr id="652"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653"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Tree>
  </p:cSld>
  <p:clrMapOvr>
    <a:masterClrMapping/>
  </p:clrMapOvr>
  <p:transition xmlns:p14="http://schemas.microsoft.com/office/powerpoint/2010/main" spd="med" advClick="1"/>
</p:sldLayout>
</file>

<file path=ppt/slideLayouts/slideLayout4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UpSubtitle">
    <p:spTree>
      <p:nvGrpSpPr>
        <p:cNvPr id="1" name=""/>
        <p:cNvGrpSpPr/>
        <p:nvPr/>
      </p:nvGrpSpPr>
      <p:grpSpPr>
        <a:xfrm>
          <a:off x="0" y="0"/>
          <a:ext cx="0" cy="0"/>
          <a:chOff x="0" y="0"/>
          <a:chExt cx="0" cy="0"/>
        </a:xfrm>
      </p:grpSpPr>
      <p:pic>
        <p:nvPicPr>
          <p:cNvPr id="660"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661"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662" name="Slide Number"/>
          <p:cNvSpPr txBox="1"/>
          <p:nvPr>
            <p:ph type="sldNum" sz="quarter" idx="2"/>
          </p:nvPr>
        </p:nvSpPr>
        <p:spPr>
          <a:prstGeom prst="rect">
            <a:avLst/>
          </a:prstGeom>
        </p:spPr>
        <p:txBody>
          <a:bodyPr/>
          <a:lstStyle/>
          <a:p>
            <a:pPr/>
            <a:fld id="{86CB4B4D-7CA3-9044-876B-883B54F8677D}" type="slidenum"/>
          </a:p>
        </p:txBody>
      </p:sp>
      <p:sp>
        <p:nvSpPr>
          <p:cNvPr id="663" name="Title Text"/>
          <p:cNvSpPr txBox="1"/>
          <p:nvPr>
            <p:ph type="title"/>
          </p:nvPr>
        </p:nvSpPr>
        <p:spPr>
          <a:prstGeom prst="rect">
            <a:avLst/>
          </a:prstGeom>
        </p:spPr>
        <p:txBody>
          <a:bodyPr/>
          <a:lstStyle/>
          <a:p>
            <a:pPr/>
            <a:r>
              <a:t>Title Text</a:t>
            </a:r>
          </a:p>
        </p:txBody>
      </p:sp>
      <p:sp>
        <p:nvSpPr>
          <p:cNvPr id="664"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Tree>
  </p:cSld>
  <p:clrMapOvr>
    <a:masterClrMapping/>
  </p:clrMapOvr>
  <p:transition xmlns:p14="http://schemas.microsoft.com/office/powerpoint/2010/main" spd="med" advClick="1"/>
</p:sldLayout>
</file>

<file path=ppt/slideLayouts/slideLayout4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ase Study-1/2 Black">
    <p:spTree>
      <p:nvGrpSpPr>
        <p:cNvPr id="1" name=""/>
        <p:cNvGrpSpPr/>
        <p:nvPr/>
      </p:nvGrpSpPr>
      <p:grpSpPr>
        <a:xfrm>
          <a:off x="0" y="0"/>
          <a:ext cx="0" cy="0"/>
          <a:chOff x="0" y="0"/>
          <a:chExt cx="0" cy="0"/>
        </a:xfrm>
      </p:grpSpPr>
      <p:pic>
        <p:nvPicPr>
          <p:cNvPr id="671"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672"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673" name="Slide Number"/>
          <p:cNvSpPr txBox="1"/>
          <p:nvPr>
            <p:ph type="sldNum" sz="quarter" idx="2"/>
          </p:nvPr>
        </p:nvSpPr>
        <p:spPr>
          <a:prstGeom prst="rect">
            <a:avLst/>
          </a:prstGeom>
        </p:spPr>
        <p:txBody>
          <a:bodyPr/>
          <a:lstStyle/>
          <a:p>
            <a:pPr/>
            <a:fld id="{86CB4B4D-7CA3-9044-876B-883B54F8677D}" type="slidenum"/>
          </a:p>
        </p:txBody>
      </p:sp>
      <p:sp>
        <p:nvSpPr>
          <p:cNvPr id="674" name="Rectangle 1"/>
          <p:cNvSpPr/>
          <p:nvPr/>
        </p:nvSpPr>
        <p:spPr>
          <a:xfrm flipH="1">
            <a:off x="6095998" y="0"/>
            <a:ext cx="6096001"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675" name="TextBox 6"/>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676" name="Body Level One…"/>
          <p:cNvSpPr txBox="1"/>
          <p:nvPr>
            <p:ph type="body" sz="quarter" idx="1" hasCustomPrompt="1"/>
          </p:nvPr>
        </p:nvSpPr>
        <p:spPr>
          <a:xfrm>
            <a:off x="457200" y="231494"/>
            <a:ext cx="3611880" cy="225706"/>
          </a:xfrm>
          <a:prstGeom prst="rect">
            <a:avLst/>
          </a:prstGeom>
        </p:spPr>
        <p:txBody>
          <a:bodyPr>
            <a:normAutofit fontScale="100000" lnSpcReduction="0"/>
          </a:bodyPr>
          <a:lstStyle>
            <a:lvl1pPr>
              <a:defRPr b="1" cap="all" sz="1000">
                <a:solidFill>
                  <a:srgbClr val="A0A0A0"/>
                </a:solidFill>
              </a:defRPr>
            </a:lvl1pPr>
            <a:lvl2pPr marL="130628" indent="-130628">
              <a:defRPr b="1" cap="all" sz="1000">
                <a:solidFill>
                  <a:srgbClr val="A0A0A0"/>
                </a:solidFill>
              </a:defRPr>
            </a:lvl2pPr>
            <a:lvl3pPr marL="335279" indent="-152399">
              <a:defRPr b="1" cap="all" sz="1000">
                <a:solidFill>
                  <a:srgbClr val="A0A0A0"/>
                </a:solidFill>
              </a:defRPr>
            </a:lvl3pPr>
            <a:lvl4pPr marL="1562100" indent="-190500">
              <a:defRPr b="1" cap="all" sz="1000">
                <a:solidFill>
                  <a:srgbClr val="A0A0A0"/>
                </a:solidFill>
              </a:defRPr>
            </a:lvl4pPr>
            <a:lvl5pPr marL="2019300" indent="-190500">
              <a:defRPr b="1" cap="all" sz="1000">
                <a:solidFill>
                  <a:srgbClr val="A0A0A0"/>
                </a:solidFill>
              </a:defRPr>
            </a:lvl5pPr>
          </a:lstStyle>
          <a:p>
            <a:pPr/>
            <a:r>
              <a:t>Click to add section title</a:t>
            </a:r>
          </a:p>
          <a:p>
            <a:pPr lvl="1"/>
            <a:r>
              <a:t/>
            </a:r>
          </a:p>
          <a:p>
            <a:pPr lvl="2"/>
            <a:r>
              <a:t/>
            </a:r>
          </a:p>
          <a:p>
            <a:pPr lvl="3"/>
            <a:r>
              <a:t/>
            </a:r>
          </a:p>
          <a:p>
            <a:pPr lvl="4"/>
            <a:r>
              <a:t/>
            </a:r>
          </a:p>
        </p:txBody>
      </p:sp>
      <p:sp>
        <p:nvSpPr>
          <p:cNvPr id="677" name="Title Text"/>
          <p:cNvSpPr txBox="1"/>
          <p:nvPr>
            <p:ph type="title"/>
          </p:nvPr>
        </p:nvSpPr>
        <p:spPr>
          <a:xfrm>
            <a:off x="457200" y="457200"/>
            <a:ext cx="4797425" cy="457200"/>
          </a:xfrm>
          <a:prstGeom prst="rect">
            <a:avLst/>
          </a:prstGeom>
        </p:spPr>
        <p:txBody>
          <a:bodyPr/>
          <a:lstStyle/>
          <a:p>
            <a:pPr/>
            <a:r>
              <a:t>Title Text</a:t>
            </a:r>
          </a:p>
        </p:txBody>
      </p:sp>
      <p:sp>
        <p:nvSpPr>
          <p:cNvPr id="678"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Tree>
  </p:cSld>
  <p:clrMapOvr>
    <a:masterClrMapping/>
  </p:clrMapOvr>
  <p:transition xmlns:p14="http://schemas.microsoft.com/office/powerpoint/2010/main" spd="med" advClick="1"/>
</p:sldLayout>
</file>

<file path=ppt/slideLayouts/slideLayout5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Divider-Black">
    <p:spTree>
      <p:nvGrpSpPr>
        <p:cNvPr id="1" name=""/>
        <p:cNvGrpSpPr/>
        <p:nvPr/>
      </p:nvGrpSpPr>
      <p:grpSpPr>
        <a:xfrm>
          <a:off x="0" y="0"/>
          <a:ext cx="0" cy="0"/>
          <a:chOff x="0" y="0"/>
          <a:chExt cx="0" cy="0"/>
        </a:xfrm>
      </p:grpSpPr>
      <p:pic>
        <p:nvPicPr>
          <p:cNvPr id="685"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686"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687" name="Slide Number"/>
          <p:cNvSpPr txBox="1"/>
          <p:nvPr>
            <p:ph type="sldNum" sz="quarter" idx="2"/>
          </p:nvPr>
        </p:nvSpPr>
        <p:spPr>
          <a:prstGeom prst="rect">
            <a:avLst/>
          </a:prstGeom>
        </p:spPr>
        <p:txBody>
          <a:bodyPr/>
          <a:lstStyle/>
          <a:p>
            <a:pPr/>
            <a:fld id="{86CB4B4D-7CA3-9044-876B-883B54F8677D}" type="slidenum"/>
          </a:p>
        </p:txBody>
      </p:sp>
      <p:sp>
        <p:nvSpPr>
          <p:cNvPr id="688" name="Rectangle 1"/>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689" name="Section Header"/>
          <p:cNvSpPr txBox="1"/>
          <p:nvPr>
            <p:ph type="title" hasCustomPrompt="1"/>
          </p:nvPr>
        </p:nvSpPr>
        <p:spPr>
          <a:xfrm>
            <a:off x="457201" y="2292310"/>
            <a:ext cx="7450139" cy="923331"/>
          </a:xfrm>
          <a:prstGeom prst="rect">
            <a:avLst/>
          </a:prstGeom>
        </p:spPr>
        <p:txBody>
          <a:bodyPr/>
          <a:lstStyle>
            <a:lvl1pPr>
              <a:defRPr b="0" sz="6000">
                <a:solidFill>
                  <a:srgbClr val="FFFFFF"/>
                </a:solidFill>
                <a:latin typeface="Calibri Light"/>
                <a:ea typeface="Calibri Light"/>
                <a:cs typeface="Calibri Light"/>
                <a:sym typeface="Calibri Light"/>
              </a:defRPr>
            </a:lvl1pPr>
          </a:lstStyle>
          <a:p>
            <a:pPr/>
            <a:r>
              <a:t>Section Header</a:t>
            </a:r>
          </a:p>
        </p:txBody>
      </p:sp>
      <p:sp>
        <p:nvSpPr>
          <p:cNvPr id="690" name="Body Level One…"/>
          <p:cNvSpPr txBox="1"/>
          <p:nvPr>
            <p:ph type="body" sz="half" idx="1"/>
          </p:nvPr>
        </p:nvSpPr>
        <p:spPr>
          <a:xfrm>
            <a:off x="457200" y="3429000"/>
            <a:ext cx="8632825" cy="2057400"/>
          </a:xfrm>
          <a:prstGeom prst="rect">
            <a:avLst/>
          </a:prstGeom>
        </p:spPr>
        <p:txBody>
          <a:bodyPr>
            <a:normAutofit fontScale="100000" lnSpcReduction="0"/>
          </a:bodyPr>
          <a:lstStyle>
            <a:lvl1pPr>
              <a:defRPr sz="1800">
                <a:solidFill>
                  <a:srgbClr val="FFFFFF"/>
                </a:solidFill>
              </a:defRPr>
            </a:lvl1pPr>
            <a:lvl2pPr marL="0" indent="0">
              <a:buSzTx/>
              <a:buNone/>
              <a:defRPr sz="1800">
                <a:solidFill>
                  <a:srgbClr val="FFFFFF"/>
                </a:solidFill>
              </a:defRPr>
            </a:lvl2pPr>
            <a:lvl3pPr marL="457200" indent="-274320">
              <a:defRPr sz="1800">
                <a:solidFill>
                  <a:srgbClr val="FFFFFF"/>
                </a:solidFill>
              </a:defRPr>
            </a:lvl3pPr>
            <a:lvl4pPr marL="1714500" indent="-342900">
              <a:defRPr sz="1800">
                <a:solidFill>
                  <a:srgbClr val="FFFFFF"/>
                </a:solidFill>
              </a:defRPr>
            </a:lvl4pPr>
            <a:lvl5pPr marL="2171700" indent="-342900">
              <a:defRPr sz="1800">
                <a:solidFill>
                  <a:srgbClr val="FFFFFF"/>
                </a:solidFill>
              </a:defRPr>
            </a:lvl5pPr>
          </a:lstStyle>
          <a:p>
            <a:pPr/>
            <a:r>
              <a:t>Body Level One</a:t>
            </a:r>
          </a:p>
          <a:p>
            <a:pPr lvl="1"/>
            <a:r>
              <a:t>Body Level Two</a:t>
            </a:r>
          </a:p>
          <a:p>
            <a:pPr lvl="2"/>
            <a:r>
              <a:t>Body Level Three</a:t>
            </a:r>
          </a:p>
          <a:p>
            <a:pPr lvl="3"/>
            <a:r>
              <a:t>Body Level Four</a:t>
            </a:r>
          </a:p>
          <a:p>
            <a:pPr lvl="4"/>
            <a:r>
              <a:t>Body Level Five</a:t>
            </a:r>
          </a:p>
        </p:txBody>
      </p:sp>
      <p:pic>
        <p:nvPicPr>
          <p:cNvPr id="691" name="Graphic 2" descr="Graphic 2"/>
          <p:cNvPicPr>
            <a:picLocks noChangeAspect="1"/>
          </p:cNvPicPr>
          <p:nvPr/>
        </p:nvPicPr>
        <p:blipFill>
          <a:blip r:embed="rId3">
            <a:extLst/>
          </a:blip>
          <a:stretch>
            <a:fillRect/>
          </a:stretch>
        </p:blipFill>
        <p:spPr>
          <a:xfrm>
            <a:off x="457201" y="6438901"/>
            <a:ext cx="540541" cy="190500"/>
          </a:xfrm>
          <a:prstGeom prst="rect">
            <a:avLst/>
          </a:prstGeom>
          <a:ln w="12700">
            <a:miter lim="400000"/>
          </a:ln>
        </p:spPr>
      </p:pic>
      <p:sp>
        <p:nvSpPr>
          <p:cNvPr id="692" name="TextBox 8"/>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solidFill>
                  <a:srgbClr val="FFFFFF"/>
                </a:solidFill>
              </a:defRPr>
            </a:lvl1pPr>
          </a:lstStyle>
          <a:p>
            <a:pPr/>
            <a:r>
              <a:t>CONFIDENTIAL. Copyright ©</a:t>
            </a:r>
          </a:p>
        </p:txBody>
      </p:sp>
      <p:sp>
        <p:nvSpPr>
          <p:cNvPr id="693" name="Text Placeholder 3"/>
          <p:cNvSpPr txBox="1"/>
          <p:nvPr/>
        </p:nvSpPr>
        <p:spPr>
          <a:xfrm>
            <a:off x="11498094" y="6447522"/>
            <a:ext cx="242933" cy="137072"/>
          </a:xfrm>
          <a:prstGeom prst="rect">
            <a:avLst/>
          </a:prstGeom>
          <a:ln w="12700">
            <a:miter lim="400000"/>
          </a:ln>
        </p:spPr>
        <p:txBody>
          <a:bodyPr lIns="0" tIns="0" rIns="0" bIns="0" anchor="ctr">
            <a:spAutoFit/>
          </a:bodyPr>
          <a:lstStyle/>
          <a:p>
            <a:pPr algn="r">
              <a:defRPr sz="1000">
                <a:solidFill>
                  <a:srgbClr val="FFFFFF"/>
                </a:solidFill>
              </a:defRPr>
            </a:pPr>
          </a:p>
        </p:txBody>
      </p:sp>
    </p:spTree>
  </p:cSld>
  <p:clrMapOvr>
    <a:masterClrMapping/>
  </p:clrMapOvr>
  <p:transition xmlns:p14="http://schemas.microsoft.com/office/powerpoint/2010/main" spd="med" advClick="1"/>
</p:sldLayout>
</file>

<file path=ppt/slideLayouts/slideLayout5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Agenda">
    <p:spTree>
      <p:nvGrpSpPr>
        <p:cNvPr id="1" name=""/>
        <p:cNvGrpSpPr/>
        <p:nvPr/>
      </p:nvGrpSpPr>
      <p:grpSpPr>
        <a:xfrm>
          <a:off x="0" y="0"/>
          <a:ext cx="0" cy="0"/>
          <a:chOff x="0" y="0"/>
          <a:chExt cx="0" cy="0"/>
        </a:xfrm>
      </p:grpSpPr>
      <p:pic>
        <p:nvPicPr>
          <p:cNvPr id="700"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701"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702" name="Slide Number"/>
          <p:cNvSpPr txBox="1"/>
          <p:nvPr>
            <p:ph type="sldNum" sz="quarter" idx="2"/>
          </p:nvPr>
        </p:nvSpPr>
        <p:spPr>
          <a:prstGeom prst="rect">
            <a:avLst/>
          </a:prstGeom>
        </p:spPr>
        <p:txBody>
          <a:bodyPr/>
          <a:lstStyle/>
          <a:p>
            <a:pPr/>
            <a:fld id="{86CB4B4D-7CA3-9044-876B-883B54F8677D}" type="slidenum"/>
          </a:p>
        </p:txBody>
      </p:sp>
      <p:sp>
        <p:nvSpPr>
          <p:cNvPr id="703" name="Contents"/>
          <p:cNvSpPr txBox="1"/>
          <p:nvPr>
            <p:ph type="title" hasCustomPrompt="1"/>
          </p:nvPr>
        </p:nvSpPr>
        <p:spPr>
          <a:xfrm>
            <a:off x="467139" y="1191039"/>
            <a:ext cx="3024847" cy="923331"/>
          </a:xfrm>
          <a:prstGeom prst="rect">
            <a:avLst/>
          </a:prstGeom>
        </p:spPr>
        <p:txBody>
          <a:bodyPr/>
          <a:lstStyle>
            <a:lvl1pPr>
              <a:defRPr b="0" sz="6000">
                <a:latin typeface="Calibri Light"/>
                <a:ea typeface="Calibri Light"/>
                <a:cs typeface="Calibri Light"/>
                <a:sym typeface="Calibri Light"/>
              </a:defRPr>
            </a:lvl1pPr>
          </a:lstStyle>
          <a:p>
            <a:pPr/>
            <a:r>
              <a:t>Contents</a:t>
            </a:r>
          </a:p>
        </p:txBody>
      </p:sp>
      <p:sp>
        <p:nvSpPr>
          <p:cNvPr id="704" name="Body Level One…"/>
          <p:cNvSpPr txBox="1"/>
          <p:nvPr>
            <p:ph type="body" sz="quarter" idx="1" hasCustomPrompt="1"/>
          </p:nvPr>
        </p:nvSpPr>
        <p:spPr>
          <a:xfrm>
            <a:off x="4086638" y="1191039"/>
            <a:ext cx="498929" cy="321628"/>
          </a:xfrm>
          <a:prstGeom prst="rect">
            <a:avLst/>
          </a:prstGeom>
        </p:spPr>
        <p:txBody>
          <a:bodyPr>
            <a:normAutofit fontScale="100000" lnSpcReduction="0"/>
          </a:bodyPr>
          <a:lstStyle>
            <a:lvl1pPr algn="r">
              <a:defRPr b="1" sz="2000"/>
            </a:lvl1pPr>
            <a:lvl2pPr marL="261257" indent="-261257" algn="r">
              <a:defRPr b="1" sz="2000"/>
            </a:lvl2pPr>
            <a:lvl3pPr marL="487679" indent="-304799" algn="r">
              <a:defRPr b="1" sz="2000"/>
            </a:lvl3pPr>
            <a:lvl4pPr marL="1752600" indent="-381000" algn="r">
              <a:defRPr b="1" sz="2000"/>
            </a:lvl4pPr>
            <a:lvl5pPr marL="2209800" indent="-381000" algn="r">
              <a:defRPr b="1" sz="2000"/>
            </a:lvl5pPr>
          </a:lstStyle>
          <a:p>
            <a:pPr/>
            <a:r>
              <a:t>01</a:t>
            </a:r>
          </a:p>
          <a:p>
            <a:pPr lvl="1"/>
            <a:r>
              <a:t/>
            </a:r>
          </a:p>
          <a:p>
            <a:pPr lvl="2"/>
            <a:r>
              <a:t/>
            </a:r>
          </a:p>
          <a:p>
            <a:pPr lvl="3"/>
            <a:r>
              <a:t/>
            </a:r>
          </a:p>
          <a:p>
            <a:pPr lvl="4"/>
            <a:r>
              <a:t/>
            </a:r>
          </a:p>
        </p:txBody>
      </p:sp>
      <p:sp>
        <p:nvSpPr>
          <p:cNvPr id="705" name="Text Placeholder 4"/>
          <p:cNvSpPr/>
          <p:nvPr>
            <p:ph type="body" sz="quarter" idx="21" hasCustomPrompt="1"/>
          </p:nvPr>
        </p:nvSpPr>
        <p:spPr>
          <a:xfrm>
            <a:off x="4086638" y="1884105"/>
            <a:ext cx="498928" cy="321628"/>
          </a:xfrm>
          <a:prstGeom prst="rect">
            <a:avLst/>
          </a:prstGeom>
        </p:spPr>
        <p:txBody>
          <a:bodyPr>
            <a:normAutofit fontScale="100000" lnSpcReduction="0"/>
          </a:bodyPr>
          <a:lstStyle>
            <a:lvl1pPr algn="r">
              <a:defRPr b="1" sz="2000"/>
            </a:lvl1pPr>
          </a:lstStyle>
          <a:p>
            <a:pPr/>
            <a:r>
              <a:t>02</a:t>
            </a:r>
          </a:p>
        </p:txBody>
      </p:sp>
      <p:sp>
        <p:nvSpPr>
          <p:cNvPr id="706" name="Text Placeholder 4"/>
          <p:cNvSpPr/>
          <p:nvPr>
            <p:ph type="body" sz="quarter" idx="22" hasCustomPrompt="1"/>
          </p:nvPr>
        </p:nvSpPr>
        <p:spPr>
          <a:xfrm>
            <a:off x="4086638" y="2567011"/>
            <a:ext cx="498928" cy="321628"/>
          </a:xfrm>
          <a:prstGeom prst="rect">
            <a:avLst/>
          </a:prstGeom>
        </p:spPr>
        <p:txBody>
          <a:bodyPr>
            <a:normAutofit fontScale="100000" lnSpcReduction="0"/>
          </a:bodyPr>
          <a:lstStyle>
            <a:lvl1pPr algn="r">
              <a:defRPr b="1" sz="2000"/>
            </a:lvl1pPr>
          </a:lstStyle>
          <a:p>
            <a:pPr/>
            <a:r>
              <a:t>03</a:t>
            </a:r>
          </a:p>
        </p:txBody>
      </p:sp>
      <p:sp>
        <p:nvSpPr>
          <p:cNvPr id="707" name="Text Placeholder 4"/>
          <p:cNvSpPr/>
          <p:nvPr>
            <p:ph type="body" sz="quarter" idx="23" hasCustomPrompt="1"/>
          </p:nvPr>
        </p:nvSpPr>
        <p:spPr>
          <a:xfrm>
            <a:off x="4086638" y="3260078"/>
            <a:ext cx="498928" cy="321628"/>
          </a:xfrm>
          <a:prstGeom prst="rect">
            <a:avLst/>
          </a:prstGeom>
        </p:spPr>
        <p:txBody>
          <a:bodyPr>
            <a:normAutofit fontScale="100000" lnSpcReduction="0"/>
          </a:bodyPr>
          <a:lstStyle>
            <a:lvl1pPr algn="r">
              <a:defRPr b="1" sz="2000"/>
            </a:lvl1pPr>
          </a:lstStyle>
          <a:p>
            <a:pPr/>
            <a:r>
              <a:t>04</a:t>
            </a:r>
          </a:p>
        </p:txBody>
      </p:sp>
      <p:sp>
        <p:nvSpPr>
          <p:cNvPr id="708" name="Text Placeholder 4"/>
          <p:cNvSpPr/>
          <p:nvPr>
            <p:ph type="body" sz="quarter" idx="24" hasCustomPrompt="1"/>
          </p:nvPr>
        </p:nvSpPr>
        <p:spPr>
          <a:xfrm>
            <a:off x="4086638" y="3942984"/>
            <a:ext cx="498928" cy="321628"/>
          </a:xfrm>
          <a:prstGeom prst="rect">
            <a:avLst/>
          </a:prstGeom>
        </p:spPr>
        <p:txBody>
          <a:bodyPr>
            <a:normAutofit fontScale="100000" lnSpcReduction="0"/>
          </a:bodyPr>
          <a:lstStyle>
            <a:lvl1pPr algn="r">
              <a:defRPr b="1" sz="2000"/>
            </a:lvl1pPr>
          </a:lstStyle>
          <a:p>
            <a:pPr/>
            <a:r>
              <a:t>05</a:t>
            </a:r>
          </a:p>
        </p:txBody>
      </p:sp>
      <p:sp>
        <p:nvSpPr>
          <p:cNvPr id="709" name="Text Placeholder 4"/>
          <p:cNvSpPr/>
          <p:nvPr>
            <p:ph type="body" sz="quarter" idx="25" hasCustomPrompt="1"/>
          </p:nvPr>
        </p:nvSpPr>
        <p:spPr>
          <a:xfrm>
            <a:off x="4086638" y="4625892"/>
            <a:ext cx="498928" cy="321628"/>
          </a:xfrm>
          <a:prstGeom prst="rect">
            <a:avLst/>
          </a:prstGeom>
        </p:spPr>
        <p:txBody>
          <a:bodyPr>
            <a:normAutofit fontScale="100000" lnSpcReduction="0"/>
          </a:bodyPr>
          <a:lstStyle>
            <a:lvl1pPr algn="r">
              <a:defRPr b="1" sz="2000"/>
            </a:lvl1pPr>
          </a:lstStyle>
          <a:p>
            <a:pPr/>
            <a:r>
              <a:t>06</a:t>
            </a:r>
          </a:p>
        </p:txBody>
      </p:sp>
      <p:sp>
        <p:nvSpPr>
          <p:cNvPr id="710" name="Text Placeholder 4"/>
          <p:cNvSpPr/>
          <p:nvPr>
            <p:ph type="body" sz="quarter" idx="26" hasCustomPrompt="1"/>
          </p:nvPr>
        </p:nvSpPr>
        <p:spPr>
          <a:xfrm>
            <a:off x="4818929" y="1191039"/>
            <a:ext cx="4554539" cy="321628"/>
          </a:xfrm>
          <a:prstGeom prst="rect">
            <a:avLst/>
          </a:prstGeom>
        </p:spPr>
        <p:txBody>
          <a:bodyPr>
            <a:normAutofit fontScale="100000" lnSpcReduction="0"/>
          </a:bodyPr>
          <a:lstStyle>
            <a:lvl1pPr>
              <a:defRPr sz="2000"/>
            </a:lvl1pPr>
          </a:lstStyle>
          <a:p>
            <a:pPr/>
            <a:r>
              <a:t>Section header here</a:t>
            </a:r>
          </a:p>
        </p:txBody>
      </p:sp>
      <p:sp>
        <p:nvSpPr>
          <p:cNvPr id="711" name="Text Placeholder 4"/>
          <p:cNvSpPr/>
          <p:nvPr>
            <p:ph type="body" sz="quarter" idx="27" hasCustomPrompt="1"/>
          </p:nvPr>
        </p:nvSpPr>
        <p:spPr>
          <a:xfrm>
            <a:off x="4818929" y="1884105"/>
            <a:ext cx="4554539" cy="321628"/>
          </a:xfrm>
          <a:prstGeom prst="rect">
            <a:avLst/>
          </a:prstGeom>
        </p:spPr>
        <p:txBody>
          <a:bodyPr>
            <a:normAutofit fontScale="100000" lnSpcReduction="0"/>
          </a:bodyPr>
          <a:lstStyle>
            <a:lvl1pPr>
              <a:defRPr sz="2000"/>
            </a:lvl1pPr>
          </a:lstStyle>
          <a:p>
            <a:pPr/>
            <a:r>
              <a:t>Section header here</a:t>
            </a:r>
          </a:p>
        </p:txBody>
      </p:sp>
      <p:sp>
        <p:nvSpPr>
          <p:cNvPr id="712" name="Text Placeholder 4"/>
          <p:cNvSpPr/>
          <p:nvPr>
            <p:ph type="body" sz="quarter" idx="28" hasCustomPrompt="1"/>
          </p:nvPr>
        </p:nvSpPr>
        <p:spPr>
          <a:xfrm>
            <a:off x="4818929" y="2567011"/>
            <a:ext cx="4554539" cy="321628"/>
          </a:xfrm>
          <a:prstGeom prst="rect">
            <a:avLst/>
          </a:prstGeom>
        </p:spPr>
        <p:txBody>
          <a:bodyPr>
            <a:normAutofit fontScale="100000" lnSpcReduction="0"/>
          </a:bodyPr>
          <a:lstStyle>
            <a:lvl1pPr>
              <a:defRPr sz="2000"/>
            </a:lvl1pPr>
          </a:lstStyle>
          <a:p>
            <a:pPr/>
            <a:r>
              <a:t>Section header here</a:t>
            </a:r>
          </a:p>
        </p:txBody>
      </p:sp>
      <p:sp>
        <p:nvSpPr>
          <p:cNvPr id="713" name="Text Placeholder 4"/>
          <p:cNvSpPr/>
          <p:nvPr>
            <p:ph type="body" sz="quarter" idx="29" hasCustomPrompt="1"/>
          </p:nvPr>
        </p:nvSpPr>
        <p:spPr>
          <a:xfrm>
            <a:off x="4818929" y="3260078"/>
            <a:ext cx="4554539" cy="321628"/>
          </a:xfrm>
          <a:prstGeom prst="rect">
            <a:avLst/>
          </a:prstGeom>
        </p:spPr>
        <p:txBody>
          <a:bodyPr>
            <a:normAutofit fontScale="100000" lnSpcReduction="0"/>
          </a:bodyPr>
          <a:lstStyle>
            <a:lvl1pPr>
              <a:defRPr sz="2000"/>
            </a:lvl1pPr>
          </a:lstStyle>
          <a:p>
            <a:pPr/>
            <a:r>
              <a:t>Section header here</a:t>
            </a:r>
          </a:p>
        </p:txBody>
      </p:sp>
      <p:sp>
        <p:nvSpPr>
          <p:cNvPr id="714" name="Text Placeholder 4"/>
          <p:cNvSpPr/>
          <p:nvPr>
            <p:ph type="body" sz="quarter" idx="30" hasCustomPrompt="1"/>
          </p:nvPr>
        </p:nvSpPr>
        <p:spPr>
          <a:xfrm>
            <a:off x="4818929" y="3942984"/>
            <a:ext cx="4554539" cy="321628"/>
          </a:xfrm>
          <a:prstGeom prst="rect">
            <a:avLst/>
          </a:prstGeom>
        </p:spPr>
        <p:txBody>
          <a:bodyPr>
            <a:normAutofit fontScale="100000" lnSpcReduction="0"/>
          </a:bodyPr>
          <a:lstStyle>
            <a:lvl1pPr>
              <a:defRPr sz="2000"/>
            </a:lvl1pPr>
          </a:lstStyle>
          <a:p>
            <a:pPr/>
            <a:r>
              <a:t>Section header here</a:t>
            </a:r>
          </a:p>
        </p:txBody>
      </p:sp>
      <p:sp>
        <p:nvSpPr>
          <p:cNvPr id="715" name="Text Placeholder 4"/>
          <p:cNvSpPr/>
          <p:nvPr>
            <p:ph type="body" sz="quarter" idx="31" hasCustomPrompt="1"/>
          </p:nvPr>
        </p:nvSpPr>
        <p:spPr>
          <a:xfrm>
            <a:off x="4818929" y="4625892"/>
            <a:ext cx="4554539" cy="321628"/>
          </a:xfrm>
          <a:prstGeom prst="rect">
            <a:avLst/>
          </a:prstGeom>
        </p:spPr>
        <p:txBody>
          <a:bodyPr>
            <a:normAutofit fontScale="100000" lnSpcReduction="0"/>
          </a:bodyPr>
          <a:lstStyle>
            <a:lvl1pPr>
              <a:defRPr sz="2000"/>
            </a:lvl1pPr>
          </a:lstStyle>
          <a:p>
            <a:pPr/>
            <a:r>
              <a:t>Section header here</a:t>
            </a:r>
          </a:p>
        </p:txBody>
      </p:sp>
      <p:sp>
        <p:nvSpPr>
          <p:cNvPr id="716" name="Straight Connector 35"/>
          <p:cNvSpPr/>
          <p:nvPr/>
        </p:nvSpPr>
        <p:spPr>
          <a:xfrm flipH="1">
            <a:off x="3725348" y="914400"/>
            <a:ext cx="1" cy="5257800"/>
          </a:xfrm>
          <a:prstGeom prst="line">
            <a:avLst/>
          </a:prstGeom>
          <a:ln w="6350">
            <a:solidFill>
              <a:srgbClr val="D9D9D9"/>
            </a:solidFill>
            <a:miter/>
          </a:ln>
        </p:spPr>
        <p:txBody>
          <a:bodyPr lIns="45719" rIns="45719"/>
          <a:lstStyle/>
          <a:p>
            <a:pPr/>
          </a:p>
        </p:txBody>
      </p:sp>
    </p:spTree>
  </p:cSld>
  <p:clrMapOvr>
    <a:masterClrMapping/>
  </p:clrMapOvr>
  <p:transition xmlns:p14="http://schemas.microsoft.com/office/powerpoint/2010/main" spd="med" advClick="1"/>
</p:sldLayout>
</file>

<file path=ppt/slideLayouts/slideLayout5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over-Black">
    <p:spTree>
      <p:nvGrpSpPr>
        <p:cNvPr id="1" name=""/>
        <p:cNvGrpSpPr/>
        <p:nvPr/>
      </p:nvGrpSpPr>
      <p:grpSpPr>
        <a:xfrm>
          <a:off x="0" y="0"/>
          <a:ext cx="0" cy="0"/>
          <a:chOff x="0" y="0"/>
          <a:chExt cx="0" cy="0"/>
        </a:xfrm>
      </p:grpSpPr>
      <p:pic>
        <p:nvPicPr>
          <p:cNvPr id="723"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724"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725" name="Slide Number"/>
          <p:cNvSpPr txBox="1"/>
          <p:nvPr>
            <p:ph type="sldNum" sz="quarter" idx="2"/>
          </p:nvPr>
        </p:nvSpPr>
        <p:spPr>
          <a:prstGeom prst="rect">
            <a:avLst/>
          </a:prstGeom>
        </p:spPr>
        <p:txBody>
          <a:bodyPr/>
          <a:lstStyle/>
          <a:p>
            <a:pPr/>
            <a:fld id="{86CB4B4D-7CA3-9044-876B-883B54F8677D}" type="slidenum"/>
          </a:p>
        </p:txBody>
      </p:sp>
      <p:sp>
        <p:nvSpPr>
          <p:cNvPr id="726" name="Rectangle 8"/>
          <p:cNvSpPr/>
          <p:nvPr/>
        </p:nvSpPr>
        <p:spPr>
          <a:xfrm>
            <a:off x="0" y="0"/>
            <a:ext cx="12192000" cy="6858000"/>
          </a:xfrm>
          <a:prstGeom prst="rect">
            <a:avLst/>
          </a:prstGeom>
          <a:solidFill>
            <a:schemeClr val="accent1"/>
          </a:solidFill>
          <a:ln w="12700">
            <a:miter lim="400000"/>
          </a:ln>
        </p:spPr>
        <p:txBody>
          <a:bodyPr lIns="0" tIns="0" rIns="0" bIns="0" anchor="ctr"/>
          <a:lstStyle/>
          <a:p>
            <a:pPr algn="ctr">
              <a:defRPr sz="2400">
                <a:solidFill>
                  <a:srgbClr val="FFFFFF"/>
                </a:solidFill>
                <a:latin typeface="Calibri Light"/>
                <a:ea typeface="Calibri Light"/>
                <a:cs typeface="Calibri Light"/>
                <a:sym typeface="Calibri Light"/>
              </a:defRPr>
            </a:pPr>
          </a:p>
        </p:txBody>
      </p:sp>
      <p:sp>
        <p:nvSpPr>
          <p:cNvPr id="727" name="Body Level One…"/>
          <p:cNvSpPr txBox="1"/>
          <p:nvPr>
            <p:ph type="body" sz="quarter" idx="1" hasCustomPrompt="1"/>
          </p:nvPr>
        </p:nvSpPr>
        <p:spPr>
          <a:xfrm>
            <a:off x="468775" y="4663440"/>
            <a:ext cx="6489701" cy="369333"/>
          </a:xfrm>
          <a:prstGeom prst="rect">
            <a:avLst/>
          </a:prstGeom>
        </p:spPr>
        <p:txBody>
          <a:bodyPr>
            <a:normAutofit fontScale="100000" lnSpcReduction="0"/>
          </a:bodyPr>
          <a:lstStyle>
            <a:lvl1pPr>
              <a:lnSpc>
                <a:spcPct val="100000"/>
              </a:lnSpc>
              <a:spcBef>
                <a:spcPts val="0"/>
              </a:spcBef>
              <a:defRPr sz="2400">
                <a:solidFill>
                  <a:srgbClr val="FFFFFF"/>
                </a:solidFill>
                <a:latin typeface="Calibri Light"/>
                <a:ea typeface="Calibri Light"/>
                <a:cs typeface="Calibri Light"/>
                <a:sym typeface="Calibri Light"/>
              </a:defRPr>
            </a:lvl1pPr>
            <a:lvl2pPr marL="0" indent="0">
              <a:lnSpc>
                <a:spcPct val="100000"/>
              </a:lnSpc>
              <a:spcBef>
                <a:spcPts val="0"/>
              </a:spcBef>
              <a:buSzTx/>
              <a:buNone/>
              <a:defRPr sz="2400">
                <a:solidFill>
                  <a:srgbClr val="FFFFFF"/>
                </a:solidFill>
                <a:latin typeface="Calibri Light"/>
                <a:ea typeface="Calibri Light"/>
                <a:cs typeface="Calibri Light"/>
                <a:sym typeface="Calibri Light"/>
              </a:defRPr>
            </a:lvl2pPr>
            <a:lvl3pPr marL="548639" indent="-365759">
              <a:lnSpc>
                <a:spcPct val="100000"/>
              </a:lnSpc>
              <a:spcBef>
                <a:spcPts val="0"/>
              </a:spcBef>
              <a:defRPr sz="2400">
                <a:solidFill>
                  <a:srgbClr val="FFFFFF"/>
                </a:solidFill>
                <a:latin typeface="Calibri Light"/>
                <a:ea typeface="Calibri Light"/>
                <a:cs typeface="Calibri Light"/>
                <a:sym typeface="Calibri Light"/>
              </a:defRPr>
            </a:lvl3pPr>
            <a:lvl4pPr marL="1828800" indent="-457200">
              <a:lnSpc>
                <a:spcPct val="100000"/>
              </a:lnSpc>
              <a:spcBef>
                <a:spcPts val="0"/>
              </a:spcBef>
              <a:defRPr sz="2400">
                <a:solidFill>
                  <a:srgbClr val="FFFFFF"/>
                </a:solidFill>
                <a:latin typeface="Calibri Light"/>
                <a:ea typeface="Calibri Light"/>
                <a:cs typeface="Calibri Light"/>
                <a:sym typeface="Calibri Light"/>
              </a:defRPr>
            </a:lvl4pPr>
            <a:lvl5pPr marL="2286000" indent="-457200">
              <a:lnSpc>
                <a:spcPct val="100000"/>
              </a:lnSpc>
              <a:spcBef>
                <a:spcPts val="0"/>
              </a:spcBef>
              <a:defRPr sz="2400">
                <a:solidFill>
                  <a:srgbClr val="FFFFFF"/>
                </a:solidFill>
                <a:latin typeface="Calibri Light"/>
                <a:ea typeface="Calibri Light"/>
                <a:cs typeface="Calibri Light"/>
                <a:sym typeface="Calibri Light"/>
              </a:defRPr>
            </a:lvl5pPr>
          </a:lstStyle>
          <a:p>
            <a:pPr/>
            <a:r>
              <a:t>Sub-description text goes here over one or two lines</a:t>
            </a:r>
          </a:p>
          <a:p>
            <a:pPr lvl="1"/>
            <a:r>
              <a:t/>
            </a:r>
          </a:p>
          <a:p>
            <a:pPr lvl="2"/>
            <a:r>
              <a:t/>
            </a:r>
          </a:p>
          <a:p>
            <a:pPr lvl="3"/>
            <a:r>
              <a:t/>
            </a:r>
          </a:p>
          <a:p>
            <a:pPr lvl="4"/>
            <a:r>
              <a:t/>
            </a:r>
          </a:p>
        </p:txBody>
      </p:sp>
      <p:sp>
        <p:nvSpPr>
          <p:cNvPr id="728" name="Text Placeholder 4"/>
          <p:cNvSpPr/>
          <p:nvPr>
            <p:ph type="body" sz="quarter" idx="21" hasCustomPrompt="1"/>
          </p:nvPr>
        </p:nvSpPr>
        <p:spPr>
          <a:xfrm>
            <a:off x="468775" y="5245389"/>
            <a:ext cx="6489701" cy="215445"/>
          </a:xfrm>
          <a:prstGeom prst="rect">
            <a:avLst/>
          </a:prstGeom>
        </p:spPr>
        <p:txBody>
          <a:bodyPr>
            <a:normAutofit fontScale="100000" lnSpcReduction="0"/>
          </a:bodyPr>
          <a:lstStyle>
            <a:lvl1pPr>
              <a:lnSpc>
                <a:spcPct val="100000"/>
              </a:lnSpc>
              <a:spcBef>
                <a:spcPts val="0"/>
              </a:spcBef>
              <a:defRPr spc="300">
                <a:solidFill>
                  <a:srgbClr val="F6F6F6"/>
                </a:solidFill>
              </a:defRPr>
            </a:lvl1pPr>
          </a:lstStyle>
          <a:p>
            <a:pPr/>
            <a:r>
              <a:t>JANUARY 2022</a:t>
            </a:r>
          </a:p>
        </p:txBody>
      </p:sp>
      <p:pic>
        <p:nvPicPr>
          <p:cNvPr id="729" name="Graphic 1" descr="Graphic 1"/>
          <p:cNvPicPr>
            <a:picLocks noChangeAspect="1"/>
          </p:cNvPicPr>
          <p:nvPr/>
        </p:nvPicPr>
        <p:blipFill>
          <a:blip r:embed="rId3">
            <a:extLst/>
          </a:blip>
          <a:stretch>
            <a:fillRect/>
          </a:stretch>
        </p:blipFill>
        <p:spPr>
          <a:xfrm>
            <a:off x="468775" y="610099"/>
            <a:ext cx="1070466" cy="377256"/>
          </a:xfrm>
          <a:prstGeom prst="rect">
            <a:avLst/>
          </a:prstGeom>
          <a:ln w="12700">
            <a:miter lim="400000"/>
          </a:ln>
        </p:spPr>
      </p:pic>
      <p:sp>
        <p:nvSpPr>
          <p:cNvPr id="730" name="Title Text"/>
          <p:cNvSpPr txBox="1"/>
          <p:nvPr>
            <p:ph type="title"/>
          </p:nvPr>
        </p:nvSpPr>
        <p:spPr>
          <a:xfrm>
            <a:off x="466165" y="1965960"/>
            <a:ext cx="5764213" cy="1846660"/>
          </a:xfrm>
          <a:prstGeom prst="rect">
            <a:avLst/>
          </a:prstGeom>
        </p:spPr>
        <p:txBody>
          <a:bodyPr/>
          <a:lstStyle>
            <a:lvl1pPr>
              <a:defRPr b="0" sz="6000">
                <a:solidFill>
                  <a:srgbClr val="FFFFFF"/>
                </a:solidFill>
                <a:latin typeface="Calibri Light"/>
                <a:ea typeface="Calibri Light"/>
                <a:cs typeface="Calibri Light"/>
                <a:sym typeface="Calibri Light"/>
              </a:defRPr>
            </a:lvl1pPr>
          </a:lstStyle>
          <a:p>
            <a:pPr/>
            <a:r>
              <a:t>Title Text</a:t>
            </a:r>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 Id="rId20" Type="http://schemas.openxmlformats.org/officeDocument/2006/relationships/slideLayout" Target="../slideLayouts/slideLayout18.xml"/><Relationship Id="rId21" Type="http://schemas.openxmlformats.org/officeDocument/2006/relationships/slideLayout" Target="../slideLayouts/slideLayout19.xml"/><Relationship Id="rId22" Type="http://schemas.openxmlformats.org/officeDocument/2006/relationships/slideLayout" Target="../slideLayouts/slideLayout20.xml"/><Relationship Id="rId23" Type="http://schemas.openxmlformats.org/officeDocument/2006/relationships/slideLayout" Target="../slideLayouts/slideLayout21.xml"/><Relationship Id="rId24" Type="http://schemas.openxmlformats.org/officeDocument/2006/relationships/slideLayout" Target="../slideLayouts/slideLayout22.xml"/><Relationship Id="rId25" Type="http://schemas.openxmlformats.org/officeDocument/2006/relationships/slideLayout" Target="../slideLayouts/slideLayout23.xml"/><Relationship Id="rId26" Type="http://schemas.openxmlformats.org/officeDocument/2006/relationships/slideLayout" Target="../slideLayouts/slideLayout24.xml"/><Relationship Id="rId27" Type="http://schemas.openxmlformats.org/officeDocument/2006/relationships/slideLayout" Target="../slideLayouts/slideLayout25.xml"/><Relationship Id="rId28" Type="http://schemas.openxmlformats.org/officeDocument/2006/relationships/slideLayout" Target="../slideLayouts/slideLayout26.xml"/><Relationship Id="rId29" Type="http://schemas.openxmlformats.org/officeDocument/2006/relationships/slideLayout" Target="../slideLayouts/slideLayout27.xml"/><Relationship Id="rId30" Type="http://schemas.openxmlformats.org/officeDocument/2006/relationships/slideLayout" Target="../slideLayouts/slideLayout28.xml"/><Relationship Id="rId31" Type="http://schemas.openxmlformats.org/officeDocument/2006/relationships/slideLayout" Target="../slideLayouts/slideLayout29.xml"/><Relationship Id="rId32" Type="http://schemas.openxmlformats.org/officeDocument/2006/relationships/slideLayout" Target="../slideLayouts/slideLayout30.xml"/><Relationship Id="rId33" Type="http://schemas.openxmlformats.org/officeDocument/2006/relationships/slideLayout" Target="../slideLayouts/slideLayout31.xml"/><Relationship Id="rId34" Type="http://schemas.openxmlformats.org/officeDocument/2006/relationships/slideLayout" Target="../slideLayouts/slideLayout32.xml"/><Relationship Id="rId35" Type="http://schemas.openxmlformats.org/officeDocument/2006/relationships/slideLayout" Target="../slideLayouts/slideLayout33.xml"/><Relationship Id="rId36" Type="http://schemas.openxmlformats.org/officeDocument/2006/relationships/slideLayout" Target="../slideLayouts/slideLayout34.xml"/><Relationship Id="rId37" Type="http://schemas.openxmlformats.org/officeDocument/2006/relationships/slideLayout" Target="../slideLayouts/slideLayout35.xml"/><Relationship Id="rId38" Type="http://schemas.openxmlformats.org/officeDocument/2006/relationships/slideLayout" Target="../slideLayouts/slideLayout36.xml"/><Relationship Id="rId39" Type="http://schemas.openxmlformats.org/officeDocument/2006/relationships/slideLayout" Target="../slideLayouts/slideLayout37.xml"/><Relationship Id="rId40" Type="http://schemas.openxmlformats.org/officeDocument/2006/relationships/slideLayout" Target="../slideLayouts/slideLayout38.xml"/><Relationship Id="rId41" Type="http://schemas.openxmlformats.org/officeDocument/2006/relationships/slideLayout" Target="../slideLayouts/slideLayout39.xml"/><Relationship Id="rId42" Type="http://schemas.openxmlformats.org/officeDocument/2006/relationships/slideLayout" Target="../slideLayouts/slideLayout40.xml"/><Relationship Id="rId43" Type="http://schemas.openxmlformats.org/officeDocument/2006/relationships/slideLayout" Target="../slideLayouts/slideLayout41.xml"/><Relationship Id="rId44" Type="http://schemas.openxmlformats.org/officeDocument/2006/relationships/slideLayout" Target="../slideLayouts/slideLayout42.xml"/><Relationship Id="rId45" Type="http://schemas.openxmlformats.org/officeDocument/2006/relationships/slideLayout" Target="../slideLayouts/slideLayout43.xml"/><Relationship Id="rId46" Type="http://schemas.openxmlformats.org/officeDocument/2006/relationships/slideLayout" Target="../slideLayouts/slideLayout44.xml"/><Relationship Id="rId47" Type="http://schemas.openxmlformats.org/officeDocument/2006/relationships/slideLayout" Target="../slideLayouts/slideLayout45.xml"/><Relationship Id="rId48" Type="http://schemas.openxmlformats.org/officeDocument/2006/relationships/slideLayout" Target="../slideLayouts/slideLayout46.xml"/><Relationship Id="rId49" Type="http://schemas.openxmlformats.org/officeDocument/2006/relationships/slideLayout" Target="../slideLayouts/slideLayout47.xml"/><Relationship Id="rId50" Type="http://schemas.openxmlformats.org/officeDocument/2006/relationships/slideLayout" Target="../slideLayouts/slideLayout48.xml"/><Relationship Id="rId51" Type="http://schemas.openxmlformats.org/officeDocument/2006/relationships/slideLayout" Target="../slideLayouts/slideLayout49.xml"/><Relationship Id="rId52" Type="http://schemas.openxmlformats.org/officeDocument/2006/relationships/slideLayout" Target="../slideLayouts/slideLayout50.xml"/><Relationship Id="rId53" Type="http://schemas.openxmlformats.org/officeDocument/2006/relationships/slideLayout" Target="../slideLayouts/slideLayout51.xml"/><Relationship Id="rId5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Graphic 6" descr="Graphic 6"/>
          <p:cNvPicPr>
            <a:picLocks noChangeAspect="1"/>
          </p:cNvPicPr>
          <p:nvPr/>
        </p:nvPicPr>
        <p:blipFill>
          <a:blip r:embed="rId2">
            <a:extLst/>
          </a:blip>
          <a:stretch>
            <a:fillRect/>
          </a:stretch>
        </p:blipFill>
        <p:spPr>
          <a:xfrm>
            <a:off x="457201" y="6438901"/>
            <a:ext cx="540541" cy="190500"/>
          </a:xfrm>
          <a:prstGeom prst="rect">
            <a:avLst/>
          </a:prstGeom>
          <a:ln w="12700">
            <a:miter lim="400000"/>
          </a:ln>
        </p:spPr>
      </p:pic>
      <p:sp>
        <p:nvSpPr>
          <p:cNvPr id="3" name="TextBox 10"/>
          <p:cNvSpPr txBox="1"/>
          <p:nvPr/>
        </p:nvSpPr>
        <p:spPr>
          <a:xfrm>
            <a:off x="10505871" y="6452558"/>
            <a:ext cx="93981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600"/>
            </a:lvl1pPr>
          </a:lstStyle>
          <a:p>
            <a:pPr/>
            <a:r>
              <a:t>CONFIDENTIAL. Copyright ©</a:t>
            </a:r>
          </a:p>
        </p:txBody>
      </p:sp>
      <p:sp>
        <p:nvSpPr>
          <p:cNvPr id="4" name="Slide Number"/>
          <p:cNvSpPr txBox="1"/>
          <p:nvPr>
            <p:ph type="sldNum" sz="quarter" idx="2"/>
          </p:nvPr>
        </p:nvSpPr>
        <p:spPr>
          <a:xfrm>
            <a:off x="11599589" y="6447522"/>
            <a:ext cx="141437" cy="137072"/>
          </a:xfrm>
          <a:prstGeom prst="rect">
            <a:avLst/>
          </a:prstGeom>
          <a:ln w="12700">
            <a:miter lim="400000"/>
          </a:ln>
        </p:spPr>
        <p:txBody>
          <a:bodyPr wrap="none" lIns="0" tIns="0" rIns="0" bIns="0" anchor="ctr">
            <a:spAutoFit/>
          </a:bodyPr>
          <a:lstStyle>
            <a:lvl1pPr algn="r">
              <a:defRPr sz="1000"/>
            </a:lvl1pPr>
          </a:lstStyle>
          <a:p>
            <a:pPr/>
            <a:fld id="{86CB4B4D-7CA3-9044-876B-883B54F8677D}" type="slidenum"/>
          </a:p>
        </p:txBody>
      </p:sp>
      <p:sp>
        <p:nvSpPr>
          <p:cNvPr id="5" name="Title Text"/>
          <p:cNvSpPr txBox="1"/>
          <p:nvPr>
            <p:ph type="title"/>
          </p:nvPr>
        </p:nvSpPr>
        <p:spPr>
          <a:xfrm>
            <a:off x="457200" y="457200"/>
            <a:ext cx="11274553" cy="457200"/>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p>
            <a:pPr/>
            <a:r>
              <a:t>Title Text</a:t>
            </a:r>
          </a:p>
        </p:txBody>
      </p:sp>
      <p:sp>
        <p:nvSpPr>
          <p:cNvPr id="6"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200" u="none">
          <a:solidFill>
            <a:schemeClr val="accent1"/>
          </a:solidFill>
          <a:uFillTx/>
          <a:latin typeface="+mn-lt"/>
          <a:ea typeface="+mn-ea"/>
          <a:cs typeface="+mn-cs"/>
          <a:sym typeface="Calibri"/>
        </a:defRPr>
      </a:lvl1pPr>
      <a:lvl2pPr marL="0" marR="0" indent="0" algn="l" defTabSz="914400" rtl="0" latinLnBrk="0">
        <a:lnSpc>
          <a:spcPct val="100000"/>
        </a:lnSpc>
        <a:spcBef>
          <a:spcPts val="0"/>
        </a:spcBef>
        <a:spcAft>
          <a:spcPts val="0"/>
        </a:spcAft>
        <a:buClrTx/>
        <a:buSzTx/>
        <a:buFontTx/>
        <a:buNone/>
        <a:tabLst/>
        <a:defRPr b="1" baseline="0" cap="none" i="0" spc="0" strike="noStrike" sz="2200" u="none">
          <a:solidFill>
            <a:schemeClr val="accent1"/>
          </a:solidFill>
          <a:uFillTx/>
          <a:latin typeface="+mn-lt"/>
          <a:ea typeface="+mn-ea"/>
          <a:cs typeface="+mn-cs"/>
          <a:sym typeface="Calibri"/>
        </a:defRPr>
      </a:lvl2pPr>
      <a:lvl3pPr marL="0" marR="0" indent="0" algn="l" defTabSz="914400" rtl="0" latinLnBrk="0">
        <a:lnSpc>
          <a:spcPct val="100000"/>
        </a:lnSpc>
        <a:spcBef>
          <a:spcPts val="0"/>
        </a:spcBef>
        <a:spcAft>
          <a:spcPts val="0"/>
        </a:spcAft>
        <a:buClrTx/>
        <a:buSzTx/>
        <a:buFontTx/>
        <a:buNone/>
        <a:tabLst/>
        <a:defRPr b="1" baseline="0" cap="none" i="0" spc="0" strike="noStrike" sz="2200" u="none">
          <a:solidFill>
            <a:schemeClr val="accent1"/>
          </a:solidFill>
          <a:uFillTx/>
          <a:latin typeface="+mn-lt"/>
          <a:ea typeface="+mn-ea"/>
          <a:cs typeface="+mn-cs"/>
          <a:sym typeface="Calibri"/>
        </a:defRPr>
      </a:lvl3pPr>
      <a:lvl4pPr marL="0" marR="0" indent="0" algn="l" defTabSz="914400" rtl="0" latinLnBrk="0">
        <a:lnSpc>
          <a:spcPct val="100000"/>
        </a:lnSpc>
        <a:spcBef>
          <a:spcPts val="0"/>
        </a:spcBef>
        <a:spcAft>
          <a:spcPts val="0"/>
        </a:spcAft>
        <a:buClrTx/>
        <a:buSzTx/>
        <a:buFontTx/>
        <a:buNone/>
        <a:tabLst/>
        <a:defRPr b="1" baseline="0" cap="none" i="0" spc="0" strike="noStrike" sz="2200" u="none">
          <a:solidFill>
            <a:schemeClr val="accent1"/>
          </a:solidFill>
          <a:uFillTx/>
          <a:latin typeface="+mn-lt"/>
          <a:ea typeface="+mn-ea"/>
          <a:cs typeface="+mn-cs"/>
          <a:sym typeface="Calibri"/>
        </a:defRPr>
      </a:lvl4pPr>
      <a:lvl5pPr marL="0" marR="0" indent="0" algn="l" defTabSz="914400" rtl="0" latinLnBrk="0">
        <a:lnSpc>
          <a:spcPct val="100000"/>
        </a:lnSpc>
        <a:spcBef>
          <a:spcPts val="0"/>
        </a:spcBef>
        <a:spcAft>
          <a:spcPts val="0"/>
        </a:spcAft>
        <a:buClrTx/>
        <a:buSzTx/>
        <a:buFontTx/>
        <a:buNone/>
        <a:tabLst/>
        <a:defRPr b="1" baseline="0" cap="none" i="0" spc="0" strike="noStrike" sz="2200" u="none">
          <a:solidFill>
            <a:schemeClr val="accent1"/>
          </a:solidFill>
          <a:uFillTx/>
          <a:latin typeface="+mn-lt"/>
          <a:ea typeface="+mn-ea"/>
          <a:cs typeface="+mn-cs"/>
          <a:sym typeface="Calibri"/>
        </a:defRPr>
      </a:lvl5pPr>
      <a:lvl6pPr marL="0" marR="0" indent="0" algn="l" defTabSz="914400" rtl="0" latinLnBrk="0">
        <a:lnSpc>
          <a:spcPct val="100000"/>
        </a:lnSpc>
        <a:spcBef>
          <a:spcPts val="0"/>
        </a:spcBef>
        <a:spcAft>
          <a:spcPts val="0"/>
        </a:spcAft>
        <a:buClrTx/>
        <a:buSzTx/>
        <a:buFontTx/>
        <a:buNone/>
        <a:tabLst/>
        <a:defRPr b="1" baseline="0" cap="none" i="0" spc="0" strike="noStrike" sz="2200" u="none">
          <a:solidFill>
            <a:schemeClr val="accent1"/>
          </a:solidFill>
          <a:uFillTx/>
          <a:latin typeface="+mn-lt"/>
          <a:ea typeface="+mn-ea"/>
          <a:cs typeface="+mn-cs"/>
          <a:sym typeface="Calibri"/>
        </a:defRPr>
      </a:lvl6pPr>
      <a:lvl7pPr marL="0" marR="0" indent="0" algn="l" defTabSz="914400" rtl="0" latinLnBrk="0">
        <a:lnSpc>
          <a:spcPct val="100000"/>
        </a:lnSpc>
        <a:spcBef>
          <a:spcPts val="0"/>
        </a:spcBef>
        <a:spcAft>
          <a:spcPts val="0"/>
        </a:spcAft>
        <a:buClrTx/>
        <a:buSzTx/>
        <a:buFontTx/>
        <a:buNone/>
        <a:tabLst/>
        <a:defRPr b="1" baseline="0" cap="none" i="0" spc="0" strike="noStrike" sz="2200" u="none">
          <a:solidFill>
            <a:schemeClr val="accent1"/>
          </a:solidFill>
          <a:uFillTx/>
          <a:latin typeface="+mn-lt"/>
          <a:ea typeface="+mn-ea"/>
          <a:cs typeface="+mn-cs"/>
          <a:sym typeface="Calibri"/>
        </a:defRPr>
      </a:lvl7pPr>
      <a:lvl8pPr marL="0" marR="0" indent="0" algn="l" defTabSz="914400" rtl="0" latinLnBrk="0">
        <a:lnSpc>
          <a:spcPct val="100000"/>
        </a:lnSpc>
        <a:spcBef>
          <a:spcPts val="0"/>
        </a:spcBef>
        <a:spcAft>
          <a:spcPts val="0"/>
        </a:spcAft>
        <a:buClrTx/>
        <a:buSzTx/>
        <a:buFontTx/>
        <a:buNone/>
        <a:tabLst/>
        <a:defRPr b="1" baseline="0" cap="none" i="0" spc="0" strike="noStrike" sz="2200" u="none">
          <a:solidFill>
            <a:schemeClr val="accent1"/>
          </a:solidFill>
          <a:uFillTx/>
          <a:latin typeface="+mn-lt"/>
          <a:ea typeface="+mn-ea"/>
          <a:cs typeface="+mn-cs"/>
          <a:sym typeface="Calibri"/>
        </a:defRPr>
      </a:lvl8pPr>
      <a:lvl9pPr marL="0" marR="0" indent="0" algn="l" defTabSz="914400" rtl="0" latinLnBrk="0">
        <a:lnSpc>
          <a:spcPct val="100000"/>
        </a:lnSpc>
        <a:spcBef>
          <a:spcPts val="0"/>
        </a:spcBef>
        <a:spcAft>
          <a:spcPts val="0"/>
        </a:spcAft>
        <a:buClrTx/>
        <a:buSzTx/>
        <a:buFontTx/>
        <a:buNone/>
        <a:tabLst/>
        <a:defRPr b="1" baseline="0" cap="none" i="0" spc="0" strike="noStrike" sz="2200" u="none">
          <a:solidFill>
            <a:schemeClr val="accent1"/>
          </a:solidFill>
          <a:uFillTx/>
          <a:latin typeface="+mn-lt"/>
          <a:ea typeface="+mn-ea"/>
          <a:cs typeface="+mn-cs"/>
          <a:sym typeface="Calibri"/>
        </a:defRPr>
      </a:lvl9pPr>
    </p:titleStyle>
    <p:bodyStyle>
      <a:lvl1pPr marL="0" marR="0" indent="0" algn="l" defTabSz="914400" rtl="0" latinLnBrk="0">
        <a:lnSpc>
          <a:spcPct val="110000"/>
        </a:lnSpc>
        <a:spcBef>
          <a:spcPts val="600"/>
        </a:spcBef>
        <a:spcAft>
          <a:spcPts val="0"/>
        </a:spcAft>
        <a:buClrTx/>
        <a:buSzTx/>
        <a:buFontTx/>
        <a:buNone/>
        <a:tabLst/>
        <a:defRPr b="0" baseline="0" cap="none" i="0" spc="0" strike="noStrike" sz="1400" u="none">
          <a:solidFill>
            <a:schemeClr val="accent1"/>
          </a:solidFill>
          <a:uFillTx/>
          <a:latin typeface="+mn-lt"/>
          <a:ea typeface="+mn-ea"/>
          <a:cs typeface="+mn-cs"/>
          <a:sym typeface="Calibri"/>
        </a:defRPr>
      </a:lvl1pPr>
      <a:lvl2pPr marL="182879" marR="0" indent="-182879" algn="l" defTabSz="914400" rtl="0" latinLnBrk="0">
        <a:lnSpc>
          <a:spcPct val="110000"/>
        </a:lnSpc>
        <a:spcBef>
          <a:spcPts val="600"/>
        </a:spcBef>
        <a:spcAft>
          <a:spcPts val="0"/>
        </a:spcAft>
        <a:buClrTx/>
        <a:buSzPct val="100000"/>
        <a:buFontTx/>
        <a:buChar char="•"/>
        <a:tabLst/>
        <a:defRPr b="0" baseline="0" cap="none" i="0" spc="0" strike="noStrike" sz="1400" u="none">
          <a:solidFill>
            <a:schemeClr val="accent1"/>
          </a:solidFill>
          <a:uFillTx/>
          <a:latin typeface="+mn-lt"/>
          <a:ea typeface="+mn-ea"/>
          <a:cs typeface="+mn-cs"/>
          <a:sym typeface="Calibri"/>
        </a:defRPr>
      </a:lvl2pPr>
      <a:lvl3pPr marL="396239" marR="0" indent="-213359" algn="l" defTabSz="914400" rtl="0" latinLnBrk="0">
        <a:lnSpc>
          <a:spcPct val="110000"/>
        </a:lnSpc>
        <a:spcBef>
          <a:spcPts val="600"/>
        </a:spcBef>
        <a:spcAft>
          <a:spcPts val="0"/>
        </a:spcAft>
        <a:buClrTx/>
        <a:buSzPct val="100000"/>
        <a:buFontTx/>
        <a:buChar char="→"/>
        <a:tabLst/>
        <a:defRPr b="0" baseline="0" cap="none" i="0" spc="0" strike="noStrike" sz="1400" u="none">
          <a:solidFill>
            <a:schemeClr val="accent1"/>
          </a:solidFill>
          <a:uFillTx/>
          <a:latin typeface="+mn-lt"/>
          <a:ea typeface="+mn-ea"/>
          <a:cs typeface="+mn-cs"/>
          <a:sym typeface="Calibri"/>
        </a:defRPr>
      </a:lvl3pPr>
      <a:lvl4pPr marL="1638300" marR="0" indent="-266700" algn="l" defTabSz="914400" rtl="0" latinLnBrk="0">
        <a:lnSpc>
          <a:spcPct val="110000"/>
        </a:lnSpc>
        <a:spcBef>
          <a:spcPts val="600"/>
        </a:spcBef>
        <a:spcAft>
          <a:spcPts val="0"/>
        </a:spcAft>
        <a:buClrTx/>
        <a:buSzPct val="100000"/>
        <a:buFontTx/>
        <a:buChar char="•"/>
        <a:tabLst/>
        <a:defRPr b="0" baseline="0" cap="none" i="0" spc="0" strike="noStrike" sz="1400" u="none">
          <a:solidFill>
            <a:schemeClr val="accent1"/>
          </a:solidFill>
          <a:uFillTx/>
          <a:latin typeface="+mn-lt"/>
          <a:ea typeface="+mn-ea"/>
          <a:cs typeface="+mn-cs"/>
          <a:sym typeface="Calibri"/>
        </a:defRPr>
      </a:lvl4pPr>
      <a:lvl5pPr marL="2095500" marR="0" indent="-266700" algn="l" defTabSz="914400" rtl="0" latinLnBrk="0">
        <a:lnSpc>
          <a:spcPct val="110000"/>
        </a:lnSpc>
        <a:spcBef>
          <a:spcPts val="600"/>
        </a:spcBef>
        <a:spcAft>
          <a:spcPts val="0"/>
        </a:spcAft>
        <a:buClrTx/>
        <a:buSzPct val="100000"/>
        <a:buFontTx/>
        <a:buChar char="•"/>
        <a:tabLst/>
        <a:defRPr b="0" baseline="0" cap="none" i="0" spc="0" strike="noStrike" sz="1400" u="none">
          <a:solidFill>
            <a:schemeClr val="accent1"/>
          </a:solidFill>
          <a:uFillTx/>
          <a:latin typeface="+mn-lt"/>
          <a:ea typeface="+mn-ea"/>
          <a:cs typeface="+mn-cs"/>
          <a:sym typeface="Calibri"/>
        </a:defRPr>
      </a:lvl5pPr>
      <a:lvl6pPr marL="2463800" marR="0" indent="-177800" algn="l" defTabSz="914400" rtl="0" latinLnBrk="0">
        <a:lnSpc>
          <a:spcPct val="110000"/>
        </a:lnSpc>
        <a:spcBef>
          <a:spcPts val="600"/>
        </a:spcBef>
        <a:spcAft>
          <a:spcPts val="0"/>
        </a:spcAft>
        <a:buClrTx/>
        <a:buSzPct val="100000"/>
        <a:buFontTx/>
        <a:buChar char="•"/>
        <a:tabLst/>
        <a:defRPr b="0" baseline="0" cap="none" i="0" spc="0" strike="noStrike" sz="1400" u="none">
          <a:solidFill>
            <a:schemeClr val="accent1"/>
          </a:solidFill>
          <a:uFillTx/>
          <a:latin typeface="+mn-lt"/>
          <a:ea typeface="+mn-ea"/>
          <a:cs typeface="+mn-cs"/>
          <a:sym typeface="Calibri"/>
        </a:defRPr>
      </a:lvl6pPr>
      <a:lvl7pPr marL="2921000" marR="0" indent="-177800" algn="l" defTabSz="914400" rtl="0" latinLnBrk="0">
        <a:lnSpc>
          <a:spcPct val="110000"/>
        </a:lnSpc>
        <a:spcBef>
          <a:spcPts val="600"/>
        </a:spcBef>
        <a:spcAft>
          <a:spcPts val="0"/>
        </a:spcAft>
        <a:buClrTx/>
        <a:buSzPct val="100000"/>
        <a:buFontTx/>
        <a:buChar char="•"/>
        <a:tabLst/>
        <a:defRPr b="0" baseline="0" cap="none" i="0" spc="0" strike="noStrike" sz="1400" u="none">
          <a:solidFill>
            <a:schemeClr val="accent1"/>
          </a:solidFill>
          <a:uFillTx/>
          <a:latin typeface="+mn-lt"/>
          <a:ea typeface="+mn-ea"/>
          <a:cs typeface="+mn-cs"/>
          <a:sym typeface="Calibri"/>
        </a:defRPr>
      </a:lvl7pPr>
      <a:lvl8pPr marL="3378200" marR="0" indent="-177800" algn="l" defTabSz="914400" rtl="0" latinLnBrk="0">
        <a:lnSpc>
          <a:spcPct val="110000"/>
        </a:lnSpc>
        <a:spcBef>
          <a:spcPts val="600"/>
        </a:spcBef>
        <a:spcAft>
          <a:spcPts val="0"/>
        </a:spcAft>
        <a:buClrTx/>
        <a:buSzPct val="100000"/>
        <a:buFontTx/>
        <a:buChar char="•"/>
        <a:tabLst/>
        <a:defRPr b="0" baseline="0" cap="none" i="0" spc="0" strike="noStrike" sz="1400" u="none">
          <a:solidFill>
            <a:schemeClr val="accent1"/>
          </a:solidFill>
          <a:uFillTx/>
          <a:latin typeface="+mn-lt"/>
          <a:ea typeface="+mn-ea"/>
          <a:cs typeface="+mn-cs"/>
          <a:sym typeface="Calibri"/>
        </a:defRPr>
      </a:lvl8pPr>
      <a:lvl9pPr marL="3835400" marR="0" indent="-177800" algn="l" defTabSz="914400" rtl="0" latinLnBrk="0">
        <a:lnSpc>
          <a:spcPct val="110000"/>
        </a:lnSpc>
        <a:spcBef>
          <a:spcPts val="600"/>
        </a:spcBef>
        <a:spcAft>
          <a:spcPts val="0"/>
        </a:spcAft>
        <a:buClrTx/>
        <a:buSzPct val="100000"/>
        <a:buFontTx/>
        <a:buChar char="•"/>
        <a:tabLst/>
        <a:defRPr b="0" baseline="0" cap="none" i="0" spc="0" strike="noStrike" sz="1400" u="none">
          <a:solidFill>
            <a:schemeClr val="accent1"/>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1pPr>
      <a:lvl2pPr marL="114300" marR="0" indent="-114300" algn="r" defTabSz="914400" rtl="0" latinLnBrk="0">
        <a:lnSpc>
          <a:spcPct val="100000"/>
        </a:lnSpc>
        <a:spcBef>
          <a:spcPts val="0"/>
        </a:spcBef>
        <a:spcAft>
          <a:spcPts val="0"/>
        </a:spcAft>
        <a:buClrTx/>
        <a:buSzPct val="100000"/>
        <a:buFontTx/>
        <a:buChar char="•"/>
        <a:tabLst/>
        <a:defRPr b="0" baseline="0" cap="none" i="0" spc="0" strike="noStrike" sz="1000" u="none">
          <a:solidFill>
            <a:schemeClr val="tx1"/>
          </a:solidFill>
          <a:uFillTx/>
          <a:latin typeface="+mn-lt"/>
          <a:ea typeface="+mn-ea"/>
          <a:cs typeface="+mn-cs"/>
          <a:sym typeface="Calibri"/>
        </a:defRPr>
      </a:lvl2pPr>
      <a:lvl3pPr marL="1070263" marR="0" indent="-155863" algn="r" defTabSz="914400" rtl="0" latinLnBrk="0">
        <a:lnSpc>
          <a:spcPct val="100000"/>
        </a:lnSpc>
        <a:spcBef>
          <a:spcPts val="0"/>
        </a:spcBef>
        <a:spcAft>
          <a:spcPts val="0"/>
        </a:spcAft>
        <a:buClrTx/>
        <a:buSzPct val="100000"/>
        <a:buFontTx/>
        <a:buChar char="•"/>
        <a:tabLst/>
        <a:defRPr b="0" baseline="0" cap="none" i="0" spc="0" strike="noStrike" sz="1000" u="none">
          <a:solidFill>
            <a:schemeClr val="tx1"/>
          </a:solidFill>
          <a:uFillTx/>
          <a:latin typeface="+mn-lt"/>
          <a:ea typeface="+mn-ea"/>
          <a:cs typeface="+mn-cs"/>
          <a:sym typeface="Calibri"/>
        </a:defRPr>
      </a:lvl3pPr>
      <a:lvl4pPr marL="1631372" marR="0" indent="-259772" algn="r" defTabSz="914400" rtl="0" latinLnBrk="0">
        <a:lnSpc>
          <a:spcPct val="100000"/>
        </a:lnSpc>
        <a:spcBef>
          <a:spcPts val="0"/>
        </a:spcBef>
        <a:spcAft>
          <a:spcPts val="0"/>
        </a:spcAft>
        <a:buClrTx/>
        <a:buSzPct val="100000"/>
        <a:buFontTx/>
        <a:buChar char="•"/>
        <a:tabLst/>
        <a:defRPr b="0" baseline="0" cap="none" i="0" spc="0" strike="noStrike" sz="10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000" u="none">
          <a:solidFill>
            <a:schemeClr val="tx1"/>
          </a:solidFill>
          <a:uFillTx/>
          <a:latin typeface="+mn-lt"/>
          <a:ea typeface="+mn-ea"/>
          <a:cs typeface="+mn-cs"/>
          <a:sym typeface="Calibri"/>
        </a:defRPr>
      </a:lvl5pPr>
      <a:lvl6pPr marL="2413000" marR="0" indent="-127000" algn="r" defTabSz="914400" rtl="0" latinLnBrk="0">
        <a:lnSpc>
          <a:spcPct val="100000"/>
        </a:lnSpc>
        <a:spcBef>
          <a:spcPts val="0"/>
        </a:spcBef>
        <a:spcAft>
          <a:spcPts val="0"/>
        </a:spcAft>
        <a:buClrTx/>
        <a:buSzPct val="100000"/>
        <a:buFontTx/>
        <a:buChar char="•"/>
        <a:tabLst/>
        <a:defRPr b="0" baseline="0" cap="none" i="0" spc="0" strike="noStrike" sz="1000" u="none">
          <a:solidFill>
            <a:schemeClr val="tx1"/>
          </a:solidFill>
          <a:uFillTx/>
          <a:latin typeface="+mn-lt"/>
          <a:ea typeface="+mn-ea"/>
          <a:cs typeface="+mn-cs"/>
          <a:sym typeface="Calibri"/>
        </a:defRPr>
      </a:lvl6pPr>
      <a:lvl7pPr marL="2870200" marR="0" indent="-127000" algn="r" defTabSz="914400" rtl="0" latinLnBrk="0">
        <a:lnSpc>
          <a:spcPct val="100000"/>
        </a:lnSpc>
        <a:spcBef>
          <a:spcPts val="0"/>
        </a:spcBef>
        <a:spcAft>
          <a:spcPts val="0"/>
        </a:spcAft>
        <a:buClrTx/>
        <a:buSzPct val="100000"/>
        <a:buFontTx/>
        <a:buChar char="•"/>
        <a:tabLst/>
        <a:defRPr b="0" baseline="0" cap="none" i="0" spc="0" strike="noStrike" sz="1000" u="none">
          <a:solidFill>
            <a:schemeClr val="tx1"/>
          </a:solidFill>
          <a:uFillTx/>
          <a:latin typeface="+mn-lt"/>
          <a:ea typeface="+mn-ea"/>
          <a:cs typeface="+mn-cs"/>
          <a:sym typeface="Calibri"/>
        </a:defRPr>
      </a:lvl7pPr>
      <a:lvl8pPr marL="3327400" marR="0" indent="-127000" algn="r" defTabSz="914400" rtl="0" latinLnBrk="0">
        <a:lnSpc>
          <a:spcPct val="100000"/>
        </a:lnSpc>
        <a:spcBef>
          <a:spcPts val="0"/>
        </a:spcBef>
        <a:spcAft>
          <a:spcPts val="0"/>
        </a:spcAft>
        <a:buClrTx/>
        <a:buSzPct val="100000"/>
        <a:buFontTx/>
        <a:buChar char="•"/>
        <a:tabLst/>
        <a:defRPr b="0" baseline="0" cap="none" i="0" spc="0" strike="noStrike" sz="1000" u="none">
          <a:solidFill>
            <a:schemeClr val="tx1"/>
          </a:solidFill>
          <a:uFillTx/>
          <a:latin typeface="+mn-lt"/>
          <a:ea typeface="+mn-ea"/>
          <a:cs typeface="+mn-cs"/>
          <a:sym typeface="Calibri"/>
        </a:defRPr>
      </a:lvl8pPr>
      <a:lvl9pPr marL="3784600" marR="0" indent="-127000" algn="r" defTabSz="914400" rtl="0" latinLnBrk="0">
        <a:lnSpc>
          <a:spcPct val="100000"/>
        </a:lnSpc>
        <a:spcBef>
          <a:spcPts val="0"/>
        </a:spcBef>
        <a:spcAft>
          <a:spcPts val="0"/>
        </a:spcAft>
        <a:buClrTx/>
        <a:buSzPct val="100000"/>
        <a:buFontTx/>
        <a:buChar char="•"/>
        <a:tabLst/>
        <a:defRPr b="0" baseline="0" cap="none" i="0" spc="0" strike="noStrike" sz="10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1.png"/><Relationship Id="rId3" Type="http://schemas.openxmlformats.org/officeDocument/2006/relationships/image" Target="../media/image1.jpe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2.jpeg"/><Relationship Id="rId10" Type="http://schemas.openxmlformats.org/officeDocument/2006/relationships/image" Target="../media/image17.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s://developer.mozilla.org/en-US/docs/Glossary/Symbol" TargetMode="External"/><Relationship Id="rId3" Type="http://schemas.openxmlformats.org/officeDocument/2006/relationships/hyperlink" Target="https://developer.mozilla.org/en-US/docs/Web/JavaScript/Reference/Global_Objects" TargetMode="External"/><Relationship Id="rId4" Type="http://schemas.openxmlformats.org/officeDocument/2006/relationships/hyperlink" Target="https://developer.mozilla.org/en-US/docs/Learn_web_development/Extensions/Advanced_JavaScript_objects/Object_prototypes" TargetMode="External"/><Relationship Id="rId5" Type="http://schemas.openxmlformats.org/officeDocument/2006/relationships/hyperlink" Target="https://developer.mozilla.org/en-US/docs/Web/JavaScript/Data_structures" TargetMode="External"/></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3.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hyperlink" Target="https://developer.mozilla.org/en-US/docs/Web/JavaScript/Reference/Functions" TargetMode="External"/></Relationships>

</file>

<file path=ppt/slides/_rels/slide9.xml.rels><?xml version="1.0" encoding="UTF-8"?>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hyperlink" Target="https://developer.mozilla.org/en-US/docs/Web/API/Window/structuredClone" TargetMode="External"/><Relationship Id="rId3" Type="http://schemas.openxmlformats.org/officeDocument/2006/relationships/hyperlink" Target="https://developer.mozilla.org/en-US/docs/Web/JavaScript/Reference/Global_Objects/Array" TargetMode="External"/></Relationships>

</file>

<file path=ppt/slides/_rels/slide10.xml.rels><?xml version="1.0" encoding="UTF-8"?>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hyperlink" Target="https://developer.mozilla.org/en-US/docs/Learn/JavaScript/Objects/Object_prototypes" TargetMode="External"/><Relationship Id="rId3" Type="http://schemas.openxmlformats.org/officeDocument/2006/relationships/hyperlink" Target="https://developer.mozilla.org/en-US/docs/Web/JavaScript/Reference/Classes" TargetMode="External"/></Relationships>

</file>

<file path=ppt/slides/_rels/slide11.xml.rels><?xml version="1.0" encoding="UTF-8"?>
<Relationships xmlns="http://schemas.openxmlformats.org/package/2006/relationships"><Relationship Id="rId1" Type="http://schemas.openxmlformats.org/officeDocument/2006/relationships/slideLayout" Target="../slideLayouts/slideLayout50.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hyperlink" Target="https://developer.mozilla.org/en-US/docs/Web/JavaScript/Reference/Functions"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50.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8.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8.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50.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hyperlink" Target="https://developer.mozilla.org/en-US/docs/Web/JavaScript/Reference/Global_Objects/Array/forEach" TargetMode="External"/><Relationship Id="rId3" Type="http://schemas.openxmlformats.org/officeDocument/2006/relationships/hyperlink" Target="https://developer.mozilla.org/en-US/docs/Web/JavaScript/Reference/Global_Objects/Array/map" TargetMode="External"/><Relationship Id="rId4" Type="http://schemas.openxmlformats.org/officeDocument/2006/relationships/hyperlink" Target="https://developer.mozilla.org/en-US/docs/Web/JavaScript/Reference/Global_Objects/Array/filter" TargetMode="External"/><Relationship Id="rId5" Type="http://schemas.openxmlformats.org/officeDocument/2006/relationships/hyperlink" Target="https://developer.mozilla.org/en-US/docs/Web/JavaScript/Reference/Global_Objects/Array/reduce" TargetMode="External"/><Relationship Id="rId6" Type="http://schemas.openxmlformats.org/officeDocument/2006/relationships/hyperlink" Target="https://developer.mozilla.org/en-US/docs/Web/JavaScript/Reference/Global_Objects/Array/some" TargetMode="External"/><Relationship Id="rId7" Type="http://schemas.openxmlformats.org/officeDocument/2006/relationships/hyperlink" Target="https://developer.mozilla.org/en-US/docs/Web/JavaScript/Reference/Global_Objects/Array/every" TargetMode="External"/><Relationship Id="rId8" Type="http://schemas.openxmlformats.org/officeDocument/2006/relationships/hyperlink" Target="https://developer.mozilla.org/en-US/docs/Web/JavaScript/Reference/Global_Objects/Array/find" TargetMode="External"/><Relationship Id="rId9" Type="http://schemas.openxmlformats.org/officeDocument/2006/relationships/hyperlink" Target="https://developer.mozilla.org/en-US/docs/Web/JavaScript/Reference/Global_Objects/Array/includes" TargetMode="External"/></Relationships>

</file>

<file path=ppt/slides/_rels/slide24.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8.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50.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hyperlink" Target="https://semaphoreci.com/blog/asynchronous-javascript" TargetMode="External"/><Relationship Id="rId3" Type="http://schemas.openxmlformats.org/officeDocument/2006/relationships/hyperlink" Target="https://www.freecodecamp.org/news/asynchronous-programming-in-javascript/" TargetMode="External"/><Relationship Id="rId4" Type="http://schemas.openxmlformats.org/officeDocument/2006/relationships/image" Target="../media/image19.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hyperlink" Target="https://medium.com/sessionstack-blog/how-javascript-works-event-loop-and-the-rise-of-async-programming-5-ways-to-better-coding-with-2f077c4438b5" TargetMode="External"/></Relationships>

</file>

<file path=ppt/slides/_rels/slide37.xml.rels><?xml version="1.0" encoding="UTF-8"?>
<Relationships xmlns="http://schemas.openxmlformats.org/package/2006/relationships"><Relationship Id="rId1" Type="http://schemas.openxmlformats.org/officeDocument/2006/relationships/slideLayout" Target="../slideLayouts/slideLayout47.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hyperlink" Target="https://developer.mozilla.org/en-US/docs/Web/JavaScript/Reference/Global_Objects/Promise" TargetMode="External"/></Relationships>

</file>

<file path=ppt/slides/_rels/slide40.xml.rels><?xml version="1.0" encoding="UTF-8"?>
<Relationships xmlns="http://schemas.openxmlformats.org/package/2006/relationships"><Relationship Id="rId1" Type="http://schemas.openxmlformats.org/officeDocument/2006/relationships/slideLayout" Target="../slideLayouts/slideLayout46.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46.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47.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49.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50.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hyperlink" Target="https://developer.mozilla.org/en-US/docs/Web/API/Fetch_API" TargetMode="External"/></Relationships>

</file>

<file path=ppt/slides/_rels/slide46.xml.rels><?xml version="1.0" encoding="UTF-8"?>
<Relationships xmlns="http://schemas.openxmlformats.org/package/2006/relationships"><Relationship Id="rId1" Type="http://schemas.openxmlformats.org/officeDocument/2006/relationships/slideLayout" Target="../slideLayouts/slideLayout4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9" name="Text Placeholder 3"/>
          <p:cNvSpPr txBox="1"/>
          <p:nvPr>
            <p:ph type="sldNum" sz="quarter" idx="2"/>
          </p:nvPr>
        </p:nvSpPr>
        <p:spPr>
          <a:xfrm>
            <a:off x="11614025" y="6447522"/>
            <a:ext cx="127001"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40" name="Text Placeholder 2"/>
          <p:cNvSpPr txBox="1"/>
          <p:nvPr>
            <p:ph type="body" sz="quarter" idx="1"/>
          </p:nvPr>
        </p:nvSpPr>
        <p:spPr>
          <a:prstGeom prst="rect">
            <a:avLst/>
          </a:prstGeom>
        </p:spPr>
        <p:txBody>
          <a:bodyPr/>
          <a:lstStyle/>
          <a:p>
            <a:pPr/>
            <a:r>
              <a:t>Zoltan Tar</a:t>
            </a:r>
          </a:p>
        </p:txBody>
      </p:sp>
      <p:sp>
        <p:nvSpPr>
          <p:cNvPr id="741" name="Text Placeholder 3"/>
          <p:cNvSpPr/>
          <p:nvPr>
            <p:ph type="body" idx="21"/>
          </p:nvPr>
        </p:nvSpPr>
        <p:spPr>
          <a:prstGeom prst="rect">
            <a:avLst/>
          </a:prstGeom>
          <a:extLst>
            <a:ext uri="{C572A759-6A51-4108-AA02-DFA0A04FC94B}">
              <ma14:wrappingTextBoxFlag xmlns:ma14="http://schemas.microsoft.com/office/mac/drawingml/2011/main" val="1"/>
            </a:ext>
          </a:extLst>
        </p:spPr>
        <p:txBody>
          <a:bodyPr/>
          <a:lstStyle/>
          <a:p>
            <a:pPr/>
            <a:r>
              <a:t>Nyíregyháza – 202</a:t>
            </a:r>
            <a:r>
              <a:t>6</a:t>
            </a:r>
            <a:r>
              <a:t>/03/03</a:t>
            </a:r>
          </a:p>
        </p:txBody>
      </p:sp>
      <p:sp>
        <p:nvSpPr>
          <p:cNvPr id="742" name="Title 1"/>
          <p:cNvSpPr txBox="1"/>
          <p:nvPr>
            <p:ph type="title"/>
          </p:nvPr>
        </p:nvSpPr>
        <p:spPr>
          <a:xfrm>
            <a:off x="466165" y="1965960"/>
            <a:ext cx="6964444" cy="2321956"/>
          </a:xfrm>
          <a:prstGeom prst="rect">
            <a:avLst/>
          </a:prstGeom>
        </p:spPr>
        <p:txBody>
          <a:bodyPr/>
          <a:lstStyle/>
          <a:p>
            <a:pPr defTabSz="795527">
              <a:defRPr sz="6264"/>
            </a:pPr>
            <a:r>
              <a:t>JavaScript, ES6,</a:t>
            </a:r>
          </a:p>
          <a:p>
            <a:pPr defTabSz="795527">
              <a:defRPr sz="6264"/>
            </a:pPr>
            <a:r>
              <a:t>DOM, Event Handling</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44" name="Text Placeholder 3"/>
          <p:cNvSpPr txBox="1"/>
          <p:nvPr>
            <p:ph type="sldNum" sz="quarter" idx="2"/>
          </p:nvPr>
        </p:nvSpPr>
        <p:spPr>
          <a:xfrm>
            <a:off x="11614025" y="6447522"/>
            <a:ext cx="127001"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45" name="Title 5"/>
          <p:cNvSpPr txBox="1"/>
          <p:nvPr>
            <p:ph type="title"/>
          </p:nvPr>
        </p:nvSpPr>
        <p:spPr>
          <a:prstGeom prst="rect">
            <a:avLst/>
          </a:prstGeom>
        </p:spPr>
        <p:txBody>
          <a:bodyPr/>
          <a:lstStyle/>
          <a:p>
            <a:pPr/>
            <a:r>
              <a:t>Agenda</a:t>
            </a:r>
          </a:p>
        </p:txBody>
      </p:sp>
      <p:sp>
        <p:nvSpPr>
          <p:cNvPr id="746" name="Text Placeholder 6"/>
          <p:cNvSpPr txBox="1"/>
          <p:nvPr>
            <p:ph type="body" sz="quarter" idx="1"/>
          </p:nvPr>
        </p:nvSpPr>
        <p:spPr>
          <a:xfrm>
            <a:off x="4086638" y="1191039"/>
            <a:ext cx="498928" cy="321628"/>
          </a:xfrm>
          <a:prstGeom prst="rect">
            <a:avLst/>
          </a:prstGeom>
        </p:spPr>
        <p:txBody>
          <a:bodyPr/>
          <a:lstStyle/>
          <a:p>
            <a:pPr/>
            <a:r>
              <a:t>01</a:t>
            </a:r>
          </a:p>
        </p:txBody>
      </p:sp>
      <p:sp>
        <p:nvSpPr>
          <p:cNvPr id="747" name="Text Placeholder 7"/>
          <p:cNvSpPr/>
          <p:nvPr>
            <p:ph type="body" idx="21"/>
          </p:nvPr>
        </p:nvSpPr>
        <p:spPr>
          <a:prstGeom prst="rect">
            <a:avLst/>
          </a:prstGeom>
          <a:extLst>
            <a:ext uri="{C572A759-6A51-4108-AA02-DFA0A04FC94B}">
              <ma14:wrappingTextBoxFlag xmlns:ma14="http://schemas.microsoft.com/office/mac/drawingml/2011/main" val="1"/>
            </a:ext>
          </a:extLst>
        </p:spPr>
        <p:txBody>
          <a:bodyPr/>
          <a:lstStyle/>
          <a:p>
            <a:pPr/>
            <a:r>
              <a:t>02</a:t>
            </a:r>
          </a:p>
        </p:txBody>
      </p:sp>
      <p:sp>
        <p:nvSpPr>
          <p:cNvPr id="748" name="Text Placeholder 8"/>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03</a:t>
            </a:r>
          </a:p>
        </p:txBody>
      </p:sp>
      <p:sp>
        <p:nvSpPr>
          <p:cNvPr id="749" name="Text Placeholder 12"/>
          <p:cNvSpPr/>
          <p:nvPr>
            <p:ph type="body" idx="26"/>
          </p:nvPr>
        </p:nvSpPr>
        <p:spPr>
          <a:prstGeom prst="rect">
            <a:avLst/>
          </a:prstGeom>
          <a:extLst>
            <a:ext uri="{C572A759-6A51-4108-AA02-DFA0A04FC94B}">
              <ma14:wrappingTextBoxFlag xmlns:ma14="http://schemas.microsoft.com/office/mac/drawingml/2011/main" val="1"/>
            </a:ext>
          </a:extLst>
        </p:spPr>
        <p:txBody>
          <a:bodyPr/>
          <a:lstStyle/>
          <a:p>
            <a:pPr/>
            <a:r>
              <a:t>JavaScript, ES6</a:t>
            </a:r>
          </a:p>
        </p:txBody>
      </p:sp>
      <p:sp>
        <p:nvSpPr>
          <p:cNvPr id="750" name="Text Placeholder 13"/>
          <p:cNvSpPr/>
          <p:nvPr>
            <p:ph type="body" idx="27"/>
          </p:nvPr>
        </p:nvSpPr>
        <p:spPr>
          <a:prstGeom prst="rect">
            <a:avLst/>
          </a:prstGeom>
          <a:extLst>
            <a:ext uri="{C572A759-6A51-4108-AA02-DFA0A04FC94B}">
              <ma14:wrappingTextBoxFlag xmlns:ma14="http://schemas.microsoft.com/office/mac/drawingml/2011/main" val="1"/>
            </a:ext>
          </a:extLst>
        </p:spPr>
        <p:txBody>
          <a:bodyPr/>
          <a:lstStyle/>
          <a:p>
            <a:pPr defTabSz="365760">
              <a:spcBef>
                <a:spcPts val="200"/>
              </a:spcBef>
              <a:defRPr sz="800"/>
            </a:pPr>
          </a:p>
        </p:txBody>
      </p:sp>
      <p:sp>
        <p:nvSpPr>
          <p:cNvPr id="751" name="Text Placeholder 14"/>
          <p:cNvSpPr/>
          <p:nvPr/>
        </p:nvSpPr>
        <p:spPr>
          <a:xfrm>
            <a:off x="4818929" y="1884105"/>
            <a:ext cx="4494298" cy="317374"/>
          </a:xfrm>
          <a:prstGeom prst="rect">
            <a:avLst/>
          </a:prstGeom>
          <a:ln w="12700">
            <a:miter lim="400000"/>
          </a:ln>
          <a:extLst>
            <a:ext uri="{C572A759-6A51-4108-AA02-DFA0A04FC94B}">
              <ma14:wrappingTextBoxFlag xmlns:ma14="http://schemas.microsoft.com/office/mac/drawingml/2011/main" val="1"/>
            </a:ext>
          </a:extLst>
        </p:spPr>
        <p:txBody>
          <a:bodyPr lIns="0" tIns="0" rIns="0" bIns="0">
            <a:normAutofit fontScale="100000" lnSpcReduction="0"/>
          </a:bodyPr>
          <a:lstStyle>
            <a:lvl1pPr>
              <a:lnSpc>
                <a:spcPct val="110000"/>
              </a:lnSpc>
              <a:spcBef>
                <a:spcPts val="600"/>
              </a:spcBef>
              <a:defRPr sz="2000"/>
            </a:lvl1pPr>
          </a:lstStyle>
          <a:p>
            <a:pPr/>
            <a:r>
              <a:t>DOM, DOM Manipulation</a:t>
            </a:r>
          </a:p>
        </p:txBody>
      </p:sp>
      <p:sp>
        <p:nvSpPr>
          <p:cNvPr id="752" name="Text Placeholder 14"/>
          <p:cNvSpPr/>
          <p:nvPr>
            <p:ph type="body" idx="28"/>
          </p:nvPr>
        </p:nvSpPr>
        <p:spPr>
          <a:prstGeom prst="rect">
            <a:avLst/>
          </a:prstGeom>
          <a:extLst>
            <a:ext uri="{C572A759-6A51-4108-AA02-DFA0A04FC94B}">
              <ma14:wrappingTextBoxFlag xmlns:ma14="http://schemas.microsoft.com/office/mac/drawingml/2011/main" val="1"/>
            </a:ext>
          </a:extLst>
        </p:spPr>
        <p:txBody>
          <a:bodyPr/>
          <a:lstStyle/>
          <a:p>
            <a:pPr/>
            <a:r>
              <a:t>Event Handling</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4" name="Text Placeholder 3"/>
          <p:cNvSpPr txBox="1"/>
          <p:nvPr>
            <p:ph type="sldNum" sz="quarter" idx="2"/>
          </p:nvPr>
        </p:nvSpPr>
        <p:spPr>
          <a:xfrm>
            <a:off x="11614025" y="6447522"/>
            <a:ext cx="127001"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55" name="Title 14"/>
          <p:cNvSpPr txBox="1"/>
          <p:nvPr>
            <p:ph type="title"/>
          </p:nvPr>
        </p:nvSpPr>
        <p:spPr>
          <a:xfrm>
            <a:off x="457200" y="2292310"/>
            <a:ext cx="7450140" cy="923331"/>
          </a:xfrm>
          <a:prstGeom prst="rect">
            <a:avLst/>
          </a:prstGeom>
        </p:spPr>
        <p:txBody>
          <a:bodyPr/>
          <a:lstStyle/>
          <a:p>
            <a:pPr/>
            <a:r>
              <a:t>JavaScript</a:t>
            </a:r>
          </a:p>
        </p:txBody>
      </p:sp>
      <p:sp>
        <p:nvSpPr>
          <p:cNvPr id="756" name="Text Placeholder 15"/>
          <p:cNvSpPr txBox="1"/>
          <p:nvPr>
            <p:ph type="body" sz="half" idx="1"/>
          </p:nvPr>
        </p:nvSpPr>
        <p:spPr>
          <a:prstGeom prst="rect">
            <a:avLst/>
          </a:prstGeom>
        </p:spPr>
        <p:txBody>
          <a:bodyPr/>
          <a:lstStyle/>
          <a:p>
            <a:pPr/>
            <a:r>
              <a:t>What is JavaScript?</a:t>
            </a:r>
          </a:p>
          <a:p>
            <a:pPr/>
            <a:r>
              <a:t>Basics: types, functions, classes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8" name="Text Placeholder 3"/>
          <p:cNvSpPr txBox="1"/>
          <p:nvPr>
            <p:ph type="sldNum" sz="quarter" idx="2"/>
          </p:nvPr>
        </p:nvSpPr>
        <p:spPr>
          <a:xfrm>
            <a:off x="11614025" y="6447522"/>
            <a:ext cx="127001"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59" name="Title 3"/>
          <p:cNvSpPr txBox="1"/>
          <p:nvPr>
            <p:ph type="title"/>
          </p:nvPr>
        </p:nvSpPr>
        <p:spPr>
          <a:xfrm>
            <a:off x="457199" y="457200"/>
            <a:ext cx="11274554" cy="457200"/>
          </a:xfrm>
          <a:prstGeom prst="rect">
            <a:avLst/>
          </a:prstGeom>
        </p:spPr>
        <p:txBody>
          <a:bodyPr/>
          <a:lstStyle/>
          <a:p>
            <a:pPr/>
            <a:r>
              <a:t>What is JavaScript?</a:t>
            </a:r>
          </a:p>
        </p:txBody>
      </p:sp>
      <p:sp>
        <p:nvSpPr>
          <p:cNvPr id="760" name="Text Placeholder 4"/>
          <p:cNvSpPr txBox="1"/>
          <p:nvPr>
            <p:ph type="body" sz="quarter" idx="1"/>
          </p:nvPr>
        </p:nvSpPr>
        <p:spPr>
          <a:xfrm>
            <a:off x="457200" y="231494"/>
            <a:ext cx="3611880" cy="225706"/>
          </a:xfrm>
          <a:prstGeom prst="rect">
            <a:avLst/>
          </a:prstGeom>
        </p:spPr>
        <p:txBody>
          <a:bodyPr/>
          <a:lstStyle/>
          <a:p>
            <a:pPr/>
            <a:r>
              <a:t>JavaScript</a:t>
            </a:r>
          </a:p>
        </p:txBody>
      </p:sp>
      <p:pic>
        <p:nvPicPr>
          <p:cNvPr id="761" name="Picture 4" descr="Picture 4"/>
          <p:cNvPicPr>
            <a:picLocks noChangeAspect="1"/>
          </p:cNvPicPr>
          <p:nvPr/>
        </p:nvPicPr>
        <p:blipFill>
          <a:blip r:embed="rId2">
            <a:extLst/>
          </a:blip>
          <a:stretch>
            <a:fillRect/>
          </a:stretch>
        </p:blipFill>
        <p:spPr>
          <a:xfrm>
            <a:off x="9023698" y="2814222"/>
            <a:ext cx="998404" cy="998404"/>
          </a:xfrm>
          <a:prstGeom prst="rect">
            <a:avLst/>
          </a:prstGeom>
          <a:ln w="12700">
            <a:miter lim="400000"/>
          </a:ln>
        </p:spPr>
      </p:pic>
      <p:pic>
        <p:nvPicPr>
          <p:cNvPr id="762" name="Picture 6" descr="Picture 6"/>
          <p:cNvPicPr>
            <a:picLocks noChangeAspect="1"/>
          </p:cNvPicPr>
          <p:nvPr/>
        </p:nvPicPr>
        <p:blipFill>
          <a:blip r:embed="rId3">
            <a:extLst/>
          </a:blip>
          <a:stretch>
            <a:fillRect/>
          </a:stretch>
        </p:blipFill>
        <p:spPr>
          <a:xfrm>
            <a:off x="10752757" y="2025431"/>
            <a:ext cx="855612" cy="642946"/>
          </a:xfrm>
          <a:prstGeom prst="rect">
            <a:avLst/>
          </a:prstGeom>
          <a:ln w="12700">
            <a:miter lim="400000"/>
          </a:ln>
        </p:spPr>
      </p:pic>
      <p:pic>
        <p:nvPicPr>
          <p:cNvPr id="763" name="Picture 14" descr="Picture 14"/>
          <p:cNvPicPr>
            <a:picLocks noChangeAspect="1"/>
          </p:cNvPicPr>
          <p:nvPr/>
        </p:nvPicPr>
        <p:blipFill>
          <a:blip r:embed="rId4">
            <a:extLst/>
          </a:blip>
          <a:stretch>
            <a:fillRect/>
          </a:stretch>
        </p:blipFill>
        <p:spPr>
          <a:xfrm>
            <a:off x="10055617" y="4418900"/>
            <a:ext cx="1523608" cy="799895"/>
          </a:xfrm>
          <a:prstGeom prst="rect">
            <a:avLst/>
          </a:prstGeom>
          <a:ln w="12700">
            <a:miter lim="400000"/>
          </a:ln>
        </p:spPr>
      </p:pic>
      <p:pic>
        <p:nvPicPr>
          <p:cNvPr id="764" name="Picture 16" descr="Picture 16"/>
          <p:cNvPicPr>
            <a:picLocks noChangeAspect="1"/>
          </p:cNvPicPr>
          <p:nvPr/>
        </p:nvPicPr>
        <p:blipFill>
          <a:blip r:embed="rId5">
            <a:extLst/>
          </a:blip>
          <a:stretch>
            <a:fillRect/>
          </a:stretch>
        </p:blipFill>
        <p:spPr>
          <a:xfrm>
            <a:off x="8946883" y="3717864"/>
            <a:ext cx="1304094" cy="1070625"/>
          </a:xfrm>
          <a:prstGeom prst="rect">
            <a:avLst/>
          </a:prstGeom>
          <a:ln w="12700">
            <a:miter lim="400000"/>
          </a:ln>
        </p:spPr>
      </p:pic>
      <p:pic>
        <p:nvPicPr>
          <p:cNvPr id="765" name="Picture 18" descr="Picture 18"/>
          <p:cNvPicPr>
            <a:picLocks noChangeAspect="1"/>
          </p:cNvPicPr>
          <p:nvPr/>
        </p:nvPicPr>
        <p:blipFill>
          <a:blip r:embed="rId6">
            <a:extLst/>
          </a:blip>
          <a:stretch>
            <a:fillRect/>
          </a:stretch>
        </p:blipFill>
        <p:spPr>
          <a:xfrm>
            <a:off x="10001873" y="1501597"/>
            <a:ext cx="782130" cy="675476"/>
          </a:xfrm>
          <a:prstGeom prst="rect">
            <a:avLst/>
          </a:prstGeom>
          <a:ln w="12700">
            <a:miter lim="400000"/>
          </a:ln>
        </p:spPr>
      </p:pic>
      <p:pic>
        <p:nvPicPr>
          <p:cNvPr id="766" name="Picture 20" descr="Picture 20"/>
          <p:cNvPicPr>
            <a:picLocks noChangeAspect="1"/>
          </p:cNvPicPr>
          <p:nvPr/>
        </p:nvPicPr>
        <p:blipFill>
          <a:blip r:embed="rId7">
            <a:extLst/>
          </a:blip>
          <a:stretch>
            <a:fillRect/>
          </a:stretch>
        </p:blipFill>
        <p:spPr>
          <a:xfrm>
            <a:off x="9111653" y="1754683"/>
            <a:ext cx="558184" cy="558184"/>
          </a:xfrm>
          <a:prstGeom prst="rect">
            <a:avLst/>
          </a:prstGeom>
          <a:ln w="12700">
            <a:miter lim="400000"/>
          </a:ln>
        </p:spPr>
      </p:pic>
      <p:pic>
        <p:nvPicPr>
          <p:cNvPr id="767" name="Picture 22" descr="Picture 22"/>
          <p:cNvPicPr>
            <a:picLocks noChangeAspect="1"/>
          </p:cNvPicPr>
          <p:nvPr/>
        </p:nvPicPr>
        <p:blipFill>
          <a:blip r:embed="rId8">
            <a:extLst/>
          </a:blip>
          <a:stretch>
            <a:fillRect/>
          </a:stretch>
        </p:blipFill>
        <p:spPr>
          <a:xfrm>
            <a:off x="9840868" y="2389285"/>
            <a:ext cx="1033671" cy="558183"/>
          </a:xfrm>
          <a:prstGeom prst="rect">
            <a:avLst/>
          </a:prstGeom>
          <a:ln w="12700">
            <a:miter lim="400000"/>
          </a:ln>
        </p:spPr>
      </p:pic>
      <p:pic>
        <p:nvPicPr>
          <p:cNvPr id="768" name="Picture 24" descr="Picture 24"/>
          <p:cNvPicPr>
            <a:picLocks noChangeAspect="1"/>
          </p:cNvPicPr>
          <p:nvPr/>
        </p:nvPicPr>
        <p:blipFill>
          <a:blip r:embed="rId9">
            <a:extLst/>
          </a:blip>
          <a:stretch>
            <a:fillRect/>
          </a:stretch>
        </p:blipFill>
        <p:spPr>
          <a:xfrm>
            <a:off x="8465135" y="2449120"/>
            <a:ext cx="1189620" cy="558184"/>
          </a:xfrm>
          <a:prstGeom prst="rect">
            <a:avLst/>
          </a:prstGeom>
          <a:ln w="12700">
            <a:miter lim="400000"/>
          </a:ln>
        </p:spPr>
      </p:pic>
      <p:sp>
        <p:nvSpPr>
          <p:cNvPr id="769" name="Content Placeholder 3"/>
          <p:cNvSpPr txBox="1"/>
          <p:nvPr/>
        </p:nvSpPr>
        <p:spPr>
          <a:xfrm>
            <a:off x="402908" y="1079499"/>
            <a:ext cx="6933587" cy="418153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lnSpc>
                <a:spcPct val="110000"/>
              </a:lnSpc>
              <a:spcBef>
                <a:spcPts val="600"/>
              </a:spcBef>
              <a:buSzPct val="100000"/>
              <a:buFont typeface="Arial"/>
              <a:buChar char="•"/>
            </a:pPr>
            <a:r>
              <a:t>High level interpreted programming / scripting language</a:t>
            </a:r>
            <a:endParaRPr sz="1200"/>
          </a:p>
          <a:p>
            <a:pPr marL="285750" indent="-285750">
              <a:lnSpc>
                <a:spcPct val="110000"/>
              </a:lnSpc>
              <a:spcBef>
                <a:spcPts val="600"/>
              </a:spcBef>
              <a:buSzPct val="100000"/>
              <a:buFont typeface="Arial"/>
              <a:buChar char="•"/>
            </a:pPr>
            <a:r>
              <a:t>Prototype based</a:t>
            </a:r>
            <a:endParaRPr sz="1200"/>
          </a:p>
          <a:p>
            <a:pPr lvl="1" marL="685800" indent="-228600">
              <a:lnSpc>
                <a:spcPct val="110000"/>
              </a:lnSpc>
              <a:spcBef>
                <a:spcPts val="600"/>
              </a:spcBef>
              <a:buSzPct val="100000"/>
              <a:buFont typeface="Arial"/>
              <a:buChar char="•"/>
            </a:pPr>
            <a:r>
              <a:t>Functional oriented with possibility of OO usage</a:t>
            </a:r>
            <a:endParaRPr sz="1200"/>
          </a:p>
          <a:p>
            <a:pPr marL="285750" indent="-285750">
              <a:lnSpc>
                <a:spcPct val="110000"/>
              </a:lnSpc>
              <a:spcBef>
                <a:spcPts val="600"/>
              </a:spcBef>
              <a:buSzPct val="100000"/>
              <a:buFont typeface="Arial"/>
              <a:buChar char="•"/>
            </a:pPr>
            <a:r>
              <a:t>Synchronous</a:t>
            </a:r>
            <a:endParaRPr sz="1200"/>
          </a:p>
          <a:p>
            <a:pPr marL="285750" indent="-285750">
              <a:lnSpc>
                <a:spcPct val="110000"/>
              </a:lnSpc>
              <a:spcBef>
                <a:spcPts val="600"/>
              </a:spcBef>
              <a:buSzPct val="100000"/>
              <a:buFont typeface="Arial"/>
              <a:buChar char="•"/>
            </a:pPr>
            <a:r>
              <a:t>Loosely / dynamically typed</a:t>
            </a:r>
            <a:endParaRPr sz="1200"/>
          </a:p>
          <a:p>
            <a:pPr marL="285750" indent="-285750">
              <a:lnSpc>
                <a:spcPct val="110000"/>
              </a:lnSpc>
              <a:spcBef>
                <a:spcPts val="600"/>
              </a:spcBef>
              <a:buSzPct val="100000"/>
              <a:buFont typeface="Arial"/>
              <a:buChar char="•"/>
            </a:pPr>
            <a:r>
              <a:t>Originally designed for browsers, but now it’s used in many other aspects</a:t>
            </a:r>
            <a:endParaRPr sz="1200"/>
          </a:p>
          <a:p>
            <a:pPr marL="285750" indent="-285750">
              <a:lnSpc>
                <a:spcPct val="110000"/>
              </a:lnSpc>
              <a:spcBef>
                <a:spcPts val="600"/>
              </a:spcBef>
              <a:buSzPct val="100000"/>
              <a:buFont typeface="Arial"/>
              <a:buChar char="•"/>
            </a:pPr>
            <a:r>
              <a:t>Standard: ECMAScript</a:t>
            </a:r>
            <a:endParaRPr sz="1200"/>
          </a:p>
          <a:p>
            <a:pPr lvl="1" marL="685800" indent="-228600">
              <a:lnSpc>
                <a:spcPct val="110000"/>
              </a:lnSpc>
              <a:spcBef>
                <a:spcPts val="600"/>
              </a:spcBef>
              <a:buSzPct val="100000"/>
              <a:buFont typeface="Arial"/>
              <a:buChar char="•"/>
            </a:pPr>
            <a:r>
              <a:t>Widely used version: ES2015 / ES6</a:t>
            </a:r>
            <a:endParaRPr sz="1200"/>
          </a:p>
          <a:p>
            <a:pPr lvl="1" marL="685800" indent="-228600">
              <a:lnSpc>
                <a:spcPct val="110000"/>
              </a:lnSpc>
              <a:spcBef>
                <a:spcPts val="600"/>
              </a:spcBef>
              <a:buSzPct val="100000"/>
              <a:buFont typeface="Arial"/>
              <a:buChar char="•"/>
            </a:pPr>
            <a:r>
              <a:t>Current version: ES2025 / v16</a:t>
            </a:r>
            <a:endParaRPr sz="1200"/>
          </a:p>
          <a:p>
            <a:pPr lvl="1" marL="685800" indent="-228600">
              <a:lnSpc>
                <a:spcPct val="110000"/>
              </a:lnSpc>
              <a:spcBef>
                <a:spcPts val="600"/>
              </a:spcBef>
              <a:buSzPct val="100000"/>
              <a:buFont typeface="Arial"/>
              <a:buChar char="•"/>
            </a:pPr>
            <a:r>
              <a:t>ES.Next: dynamic name for the next version under development</a:t>
            </a:r>
          </a:p>
        </p:txBody>
      </p:sp>
      <p:pic>
        <p:nvPicPr>
          <p:cNvPr id="770" name="Graphic 19" descr="Graphic 19"/>
          <p:cNvPicPr>
            <a:picLocks noChangeAspect="1"/>
          </p:cNvPicPr>
          <p:nvPr/>
        </p:nvPicPr>
        <p:blipFill>
          <a:blip r:embed="rId10">
            <a:extLst/>
          </a:blip>
          <a:stretch>
            <a:fillRect/>
          </a:stretch>
        </p:blipFill>
        <p:spPr>
          <a:xfrm>
            <a:off x="10671164" y="3369412"/>
            <a:ext cx="606724" cy="642946"/>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2" name="Text Placeholder 3"/>
          <p:cNvSpPr txBox="1"/>
          <p:nvPr>
            <p:ph type="sldNum" sz="quarter" idx="2"/>
          </p:nvPr>
        </p:nvSpPr>
        <p:spPr>
          <a:xfrm>
            <a:off x="11614025" y="6447522"/>
            <a:ext cx="127001"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73" name="Title 1"/>
          <p:cNvSpPr txBox="1"/>
          <p:nvPr>
            <p:ph type="title"/>
          </p:nvPr>
        </p:nvSpPr>
        <p:spPr>
          <a:xfrm>
            <a:off x="457199" y="457200"/>
            <a:ext cx="11274554" cy="457200"/>
          </a:xfrm>
          <a:prstGeom prst="rect">
            <a:avLst/>
          </a:prstGeom>
        </p:spPr>
        <p:txBody>
          <a:bodyPr/>
          <a:lstStyle/>
          <a:p>
            <a:pPr/>
            <a:r>
              <a:t>JavaScript – types</a:t>
            </a:r>
          </a:p>
        </p:txBody>
      </p:sp>
      <p:sp>
        <p:nvSpPr>
          <p:cNvPr id="774" name="Text Placeholder 2"/>
          <p:cNvSpPr txBox="1"/>
          <p:nvPr>
            <p:ph type="body" sz="quarter" idx="1"/>
          </p:nvPr>
        </p:nvSpPr>
        <p:spPr>
          <a:xfrm>
            <a:off x="457200" y="231494"/>
            <a:ext cx="3611880" cy="225706"/>
          </a:xfrm>
          <a:prstGeom prst="rect">
            <a:avLst/>
          </a:prstGeom>
        </p:spPr>
        <p:txBody>
          <a:bodyPr/>
          <a:lstStyle/>
          <a:p>
            <a:pPr/>
            <a:r>
              <a:t>JavaScript</a:t>
            </a:r>
          </a:p>
        </p:txBody>
      </p:sp>
      <p:sp>
        <p:nvSpPr>
          <p:cNvPr id="775" name="Content Placeholder 2"/>
          <p:cNvSpPr txBox="1"/>
          <p:nvPr/>
        </p:nvSpPr>
        <p:spPr>
          <a:xfrm>
            <a:off x="402908" y="955209"/>
            <a:ext cx="4922361" cy="416286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0000"/>
              </a:lnSpc>
              <a:spcBef>
                <a:spcPts val="600"/>
              </a:spcBef>
              <a:defRPr sz="1600"/>
            </a:pPr>
            <a:r>
              <a:t>Basic types:</a:t>
            </a:r>
            <a:endParaRPr sz="1200"/>
          </a:p>
          <a:p>
            <a:pPr lvl="1" marL="685800" indent="-228600">
              <a:lnSpc>
                <a:spcPct val="110000"/>
              </a:lnSpc>
              <a:spcBef>
                <a:spcPts val="600"/>
              </a:spcBef>
              <a:buSzPct val="100000"/>
              <a:buFont typeface="Arial"/>
              <a:buChar char="•"/>
              <a:defRPr sz="1600"/>
            </a:pPr>
            <a:r>
              <a:t>undefined</a:t>
            </a:r>
          </a:p>
          <a:p>
            <a:pPr lvl="1" marL="685800" indent="-228600">
              <a:lnSpc>
                <a:spcPct val="110000"/>
              </a:lnSpc>
              <a:spcBef>
                <a:spcPts val="600"/>
              </a:spcBef>
              <a:buSzPct val="100000"/>
              <a:buFont typeface="Arial"/>
              <a:buChar char="•"/>
              <a:defRPr sz="1600"/>
            </a:pPr>
            <a:r>
              <a:t>null</a:t>
            </a:r>
            <a:endParaRPr sz="1200"/>
          </a:p>
          <a:p>
            <a:pPr lvl="1" marL="685800" indent="-228600">
              <a:lnSpc>
                <a:spcPct val="110000"/>
              </a:lnSpc>
              <a:spcBef>
                <a:spcPts val="600"/>
              </a:spcBef>
              <a:buSzPct val="100000"/>
              <a:buFont typeface="Arial"/>
              <a:buChar char="•"/>
              <a:defRPr sz="1600"/>
            </a:pPr>
            <a:r>
              <a:t>Boolean</a:t>
            </a:r>
            <a:endParaRPr sz="1200"/>
          </a:p>
          <a:p>
            <a:pPr lvl="1" marL="685800" indent="-228600">
              <a:lnSpc>
                <a:spcPct val="110000"/>
              </a:lnSpc>
              <a:spcBef>
                <a:spcPts val="600"/>
              </a:spcBef>
              <a:buSzPct val="100000"/>
              <a:buFont typeface="Arial"/>
              <a:buChar char="•"/>
              <a:defRPr sz="1600"/>
            </a:pPr>
            <a:r>
              <a:t>Number</a:t>
            </a:r>
            <a:endParaRPr sz="1200"/>
          </a:p>
          <a:p>
            <a:pPr lvl="1" marL="685800" indent="-228600">
              <a:lnSpc>
                <a:spcPct val="110000"/>
              </a:lnSpc>
              <a:spcBef>
                <a:spcPts val="600"/>
              </a:spcBef>
              <a:buSzPct val="100000"/>
              <a:buFont typeface="Arial"/>
              <a:buChar char="•"/>
              <a:defRPr sz="1600"/>
            </a:pPr>
            <a:r>
              <a:t>BigInt</a:t>
            </a:r>
            <a:endParaRPr sz="1200"/>
          </a:p>
          <a:p>
            <a:pPr lvl="1" marL="685800" indent="-228600">
              <a:lnSpc>
                <a:spcPct val="110000"/>
              </a:lnSpc>
              <a:spcBef>
                <a:spcPts val="600"/>
              </a:spcBef>
              <a:buSzPct val="100000"/>
              <a:buFont typeface="Arial"/>
              <a:buChar char="•"/>
              <a:defRPr sz="1600"/>
            </a:pPr>
            <a:r>
              <a:t>String</a:t>
            </a:r>
            <a:endParaRPr sz="1200"/>
          </a:p>
          <a:p>
            <a:pPr lvl="1" marL="685800" indent="-228600">
              <a:lnSpc>
                <a:spcPct val="110000"/>
              </a:lnSpc>
              <a:spcBef>
                <a:spcPts val="600"/>
              </a:spcBef>
              <a:buSzPct val="100000"/>
              <a:buFont typeface="Arial"/>
              <a:buChar char="•"/>
              <a:defRPr sz="1600">
                <a:solidFill>
                  <a:srgbClr val="008ACF"/>
                </a:solidFill>
              </a:defRPr>
            </a:pPr>
            <a:r>
              <a:rPr u="sng">
                <a:solidFill>
                  <a:schemeClr val="accent2"/>
                </a:solidFill>
                <a:uFill>
                  <a:solidFill>
                    <a:schemeClr val="accent2"/>
                  </a:solidFill>
                </a:uFill>
                <a:hlinkClick r:id="rId2" invalidUrl="" action="" tgtFrame="" tooltip="" history="1" highlightClick="0" endSnd="0"/>
              </a:rPr>
              <a:t>Symbol</a:t>
            </a:r>
          </a:p>
          <a:p>
            <a:pPr>
              <a:lnSpc>
                <a:spcPct val="110000"/>
              </a:lnSpc>
              <a:spcBef>
                <a:spcPts val="600"/>
              </a:spcBef>
              <a:defRPr sz="1600"/>
            </a:pPr>
            <a:r>
              <a:t>Structural types:</a:t>
            </a:r>
            <a:endParaRPr sz="1200"/>
          </a:p>
          <a:p>
            <a:pPr lvl="1" marL="685800" indent="-228600">
              <a:lnSpc>
                <a:spcPct val="110000"/>
              </a:lnSpc>
              <a:spcBef>
                <a:spcPts val="600"/>
              </a:spcBef>
              <a:buSzPct val="100000"/>
              <a:buFont typeface="Arial"/>
              <a:buChar char="•"/>
              <a:defRPr sz="1600"/>
            </a:pPr>
            <a:r>
              <a:t>Object</a:t>
            </a:r>
            <a:endParaRPr sz="1200"/>
          </a:p>
          <a:p>
            <a:pPr lvl="2" marL="1143000" indent="-228600">
              <a:lnSpc>
                <a:spcPct val="110000"/>
              </a:lnSpc>
              <a:spcBef>
                <a:spcPts val="600"/>
              </a:spcBef>
              <a:buSzPct val="100000"/>
              <a:buFont typeface="Arial"/>
              <a:buChar char="•"/>
              <a:defRPr sz="1600"/>
            </a:pPr>
            <a:r>
              <a:t>Array, Map, Set, WeakMap, WeakSet </a:t>
            </a:r>
            <a:r>
              <a:rPr u="sng">
                <a:solidFill>
                  <a:schemeClr val="accent2"/>
                </a:solidFill>
                <a:uFill>
                  <a:solidFill>
                    <a:schemeClr val="accent2"/>
                  </a:solidFill>
                </a:uFill>
                <a:hlinkClick r:id="rId3" invalidUrl="" action="" tgtFrame="" tooltip="" history="1" highlightClick="0" endSnd="0"/>
              </a:rPr>
              <a:t>etc</a:t>
            </a:r>
            <a:endParaRPr sz="1200"/>
          </a:p>
          <a:p>
            <a:pPr lvl="1" marL="685800" indent="-228600">
              <a:lnSpc>
                <a:spcPct val="110000"/>
              </a:lnSpc>
              <a:spcBef>
                <a:spcPts val="600"/>
              </a:spcBef>
              <a:buSzPct val="100000"/>
              <a:buFont typeface="Arial"/>
              <a:buChar char="•"/>
              <a:defRPr sz="1600"/>
            </a:pPr>
            <a:r>
              <a:t>Function (callable object)</a:t>
            </a:r>
          </a:p>
        </p:txBody>
      </p:sp>
      <p:sp>
        <p:nvSpPr>
          <p:cNvPr id="776" name="Content Placeholder 3"/>
          <p:cNvSpPr txBox="1"/>
          <p:nvPr/>
        </p:nvSpPr>
        <p:spPr>
          <a:xfrm>
            <a:off x="6041275" y="955207"/>
            <a:ext cx="5644758" cy="521620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0000"/>
              </a:lnSpc>
              <a:spcBef>
                <a:spcPts val="600"/>
              </a:spcBef>
              <a:defRPr sz="1600"/>
            </a:pPr>
            <a:r>
              <a:t>Variables</a:t>
            </a:r>
            <a:endParaRPr sz="1200"/>
          </a:p>
          <a:p>
            <a:pPr lvl="1" marL="685800" indent="-228600">
              <a:lnSpc>
                <a:spcPct val="110000"/>
              </a:lnSpc>
              <a:spcBef>
                <a:spcPts val="600"/>
              </a:spcBef>
              <a:buSzPct val="100000"/>
              <a:buFont typeface="Arial"/>
              <a:buChar char="•"/>
              <a:defRPr sz="1600"/>
            </a:pPr>
            <a:r>
              <a:t>var: old-fashioned way of create a function scoped variable</a:t>
            </a:r>
            <a:endParaRPr sz="1200"/>
          </a:p>
          <a:p>
            <a:pPr lvl="1" marL="685800" indent="-228600">
              <a:lnSpc>
                <a:spcPct val="110000"/>
              </a:lnSpc>
              <a:spcBef>
                <a:spcPts val="600"/>
              </a:spcBef>
              <a:buSzPct val="100000"/>
              <a:buFont typeface="Arial"/>
              <a:buChar char="•"/>
              <a:defRPr sz="1600"/>
            </a:pPr>
            <a:r>
              <a:t>let: block scope variable, the value can be changed</a:t>
            </a:r>
            <a:endParaRPr sz="1200"/>
          </a:p>
          <a:p>
            <a:pPr lvl="1" marL="685800" indent="-228600">
              <a:lnSpc>
                <a:spcPct val="110000"/>
              </a:lnSpc>
              <a:spcBef>
                <a:spcPts val="600"/>
              </a:spcBef>
              <a:buSzPct val="100000"/>
              <a:buFont typeface="Arial"/>
              <a:buChar char="•"/>
              <a:defRPr sz="1600"/>
            </a:pPr>
            <a:r>
              <a:t>const: block scope variable, cannot be changed</a:t>
            </a:r>
            <a:endParaRPr sz="1200"/>
          </a:p>
          <a:p>
            <a:pPr lvl="1" marL="685800" indent="-228600">
              <a:lnSpc>
                <a:spcPct val="110000"/>
              </a:lnSpc>
              <a:spcBef>
                <a:spcPts val="600"/>
              </a:spcBef>
              <a:buSzPct val="100000"/>
              <a:buFont typeface="Arial"/>
              <a:buChar char="•"/>
              <a:defRPr sz="1600"/>
            </a:pPr>
            <a:r>
              <a:t>Globals: window or global (environment dependent)</a:t>
            </a:r>
            <a:endParaRPr sz="1200"/>
          </a:p>
          <a:p>
            <a:pPr>
              <a:lnSpc>
                <a:spcPct val="110000"/>
              </a:lnSpc>
              <a:spcBef>
                <a:spcPts val="600"/>
              </a:spcBef>
              <a:defRPr sz="1600"/>
            </a:pPr>
            <a:r>
              <a:t>Functions</a:t>
            </a:r>
            <a:endParaRPr sz="1200"/>
          </a:p>
          <a:p>
            <a:pPr lvl="1" marL="685800" indent="-228600">
              <a:lnSpc>
                <a:spcPct val="110000"/>
              </a:lnSpc>
              <a:spcBef>
                <a:spcPts val="600"/>
              </a:spcBef>
              <a:buSzPct val="100000"/>
              <a:buFont typeface="Arial"/>
              <a:buChar char="•"/>
              <a:defRPr sz="1600"/>
            </a:pPr>
            <a:r>
              <a:t>Anonymous function</a:t>
            </a:r>
            <a:endParaRPr sz="1200"/>
          </a:p>
          <a:p>
            <a:pPr lvl="1" marL="685800" indent="-228600">
              <a:lnSpc>
                <a:spcPct val="110000"/>
              </a:lnSpc>
              <a:spcBef>
                <a:spcPts val="600"/>
              </a:spcBef>
              <a:buSzPct val="100000"/>
              <a:buFont typeface="Arial"/>
              <a:buChar char="•"/>
              <a:defRPr sz="1600"/>
            </a:pPr>
            <a:r>
              <a:t>Named function</a:t>
            </a:r>
            <a:endParaRPr sz="1200"/>
          </a:p>
          <a:p>
            <a:pPr lvl="1" marL="685800" indent="-228600">
              <a:lnSpc>
                <a:spcPct val="110000"/>
              </a:lnSpc>
              <a:spcBef>
                <a:spcPts val="600"/>
              </a:spcBef>
              <a:buSzPct val="100000"/>
              <a:buFont typeface="Arial"/>
              <a:buChar char="•"/>
              <a:defRPr sz="1600"/>
            </a:pPr>
            <a:r>
              <a:t>Inner function (‘nesting’)</a:t>
            </a:r>
            <a:endParaRPr sz="1200"/>
          </a:p>
          <a:p>
            <a:pPr lvl="1" marL="685800" indent="-228600">
              <a:lnSpc>
                <a:spcPct val="110000"/>
              </a:lnSpc>
              <a:spcBef>
                <a:spcPts val="600"/>
              </a:spcBef>
              <a:buSzPct val="100000"/>
              <a:buFont typeface="Arial"/>
              <a:buChar char="•"/>
              <a:defRPr sz="1600"/>
            </a:pPr>
            <a:r>
              <a:t>Immediately Invoked Function Expression (IIFE)</a:t>
            </a:r>
            <a:endParaRPr sz="1200"/>
          </a:p>
          <a:p>
            <a:pPr lvl="1" marL="685800" indent="-228600">
              <a:lnSpc>
                <a:spcPct val="110000"/>
              </a:lnSpc>
              <a:spcBef>
                <a:spcPts val="600"/>
              </a:spcBef>
              <a:buSzPct val="100000"/>
              <a:buFont typeface="Arial"/>
              <a:buChar char="•"/>
              <a:defRPr sz="1600"/>
            </a:pPr>
            <a:r>
              <a:t>Arrow function</a:t>
            </a:r>
            <a:endParaRPr sz="1200"/>
          </a:p>
          <a:p>
            <a:pPr>
              <a:lnSpc>
                <a:spcPct val="110000"/>
              </a:lnSpc>
              <a:spcBef>
                <a:spcPts val="600"/>
              </a:spcBef>
              <a:defRPr sz="1600"/>
            </a:pPr>
            <a:r>
              <a:t>Objects</a:t>
            </a:r>
            <a:endParaRPr sz="1200"/>
          </a:p>
          <a:p>
            <a:pPr lvl="1" marL="685800" indent="-228600">
              <a:lnSpc>
                <a:spcPct val="110000"/>
              </a:lnSpc>
              <a:spcBef>
                <a:spcPts val="600"/>
              </a:spcBef>
              <a:buSzPct val="100000"/>
              <a:buFont typeface="Arial"/>
              <a:buChar char="•"/>
              <a:defRPr sz="1600"/>
            </a:pPr>
            <a:r>
              <a:t>Key-value pairs</a:t>
            </a:r>
            <a:endParaRPr sz="1200"/>
          </a:p>
          <a:p>
            <a:pPr lvl="1" marL="685800" indent="-228600">
              <a:lnSpc>
                <a:spcPct val="110000"/>
              </a:lnSpc>
              <a:spcBef>
                <a:spcPts val="600"/>
              </a:spcBef>
              <a:buSzPct val="100000"/>
              <a:buFont typeface="Arial"/>
              <a:buChar char="•"/>
              <a:defRPr sz="1600"/>
            </a:pPr>
            <a:r>
              <a:t>Prototype, Constructor (more on prototypes: </a:t>
            </a:r>
            <a:r>
              <a:rPr u="sng">
                <a:solidFill>
                  <a:schemeClr val="accent2"/>
                </a:solidFill>
                <a:uFill>
                  <a:solidFill>
                    <a:schemeClr val="accent2"/>
                  </a:solidFill>
                </a:uFill>
                <a:hlinkClick r:id="rId4" invalidUrl="" action="" tgtFrame="" tooltip="" history="1" highlightClick="0" endSnd="0"/>
              </a:rPr>
              <a:t>MDN</a:t>
            </a:r>
            <a:r>
              <a:t>)</a:t>
            </a:r>
            <a:endParaRPr sz="1200"/>
          </a:p>
          <a:p>
            <a:pPr lvl="1" marL="685800" indent="-228600">
              <a:lnSpc>
                <a:spcPct val="110000"/>
              </a:lnSpc>
              <a:spcBef>
                <a:spcPts val="600"/>
              </a:spcBef>
              <a:buSzPct val="100000"/>
              <a:buFont typeface="Arial"/>
              <a:buChar char="•"/>
              <a:defRPr sz="1600"/>
            </a:pPr>
            <a:r>
              <a:t>JSON</a:t>
            </a:r>
          </a:p>
        </p:txBody>
      </p:sp>
      <p:sp>
        <p:nvSpPr>
          <p:cNvPr id="777" name="TextBox 5"/>
          <p:cNvSpPr txBox="1"/>
          <p:nvPr/>
        </p:nvSpPr>
        <p:spPr>
          <a:xfrm>
            <a:off x="3633294" y="6343953"/>
            <a:ext cx="4922363" cy="2483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u="sng">
                <a:solidFill>
                  <a:schemeClr val="accent2"/>
                </a:solidFill>
                <a:uFill>
                  <a:solidFill>
                    <a:schemeClr val="accent2"/>
                  </a:solidFill>
                </a:uFill>
                <a:hlinkClick r:id="rId5" invalidUrl="" action="" tgtFrame="" tooltip="" history="1" highlightClick="0" endSnd="0"/>
              </a:defRPr>
            </a:lvl1pPr>
          </a:lstStyle>
          <a:p>
            <a:pPr>
              <a:defRPr u="none">
                <a:solidFill>
                  <a:schemeClr val="accent1"/>
                </a:solidFill>
                <a:uFillTx/>
              </a:defRPr>
            </a:pPr>
            <a:r>
              <a:rPr u="sng">
                <a:solidFill>
                  <a:schemeClr val="accent2"/>
                </a:solidFill>
                <a:uFill>
                  <a:solidFill>
                    <a:schemeClr val="accent2"/>
                  </a:solidFill>
                </a:uFill>
                <a:hlinkClick r:id="rId5" invalidUrl="" action="" tgtFrame="" tooltip="" history="1" highlightClick="0" endSnd="0"/>
              </a:rPr>
              <a:t>https://developer.mozilla.org/en-US/docs/Web/JavaScript/Data_structures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79" name="Text Placeholder 3"/>
          <p:cNvSpPr txBox="1"/>
          <p:nvPr>
            <p:ph type="sldNum" sz="quarter" idx="2"/>
          </p:nvPr>
        </p:nvSpPr>
        <p:spPr>
          <a:xfrm>
            <a:off x="11614025" y="6447522"/>
            <a:ext cx="127001"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780" name="Picture 2" descr="Picture 2"/>
          <p:cNvPicPr>
            <a:picLocks noChangeAspect="1"/>
          </p:cNvPicPr>
          <p:nvPr/>
        </p:nvPicPr>
        <p:blipFill>
          <a:blip r:embed="rId2">
            <a:extLst/>
          </a:blip>
          <a:srcRect l="30232" t="0" r="25254" b="0"/>
          <a:stretch>
            <a:fillRect/>
          </a:stretch>
        </p:blipFill>
        <p:spPr>
          <a:xfrm>
            <a:off x="7913786" y="5167"/>
            <a:ext cx="4288606" cy="6021562"/>
          </a:xfrm>
          <a:prstGeom prst="rect">
            <a:avLst/>
          </a:prstGeom>
          <a:ln w="12700">
            <a:miter lim="400000"/>
          </a:ln>
        </p:spPr>
      </p:pic>
      <p:sp>
        <p:nvSpPr>
          <p:cNvPr id="781" name="Text Placeholder 4"/>
          <p:cNvSpPr txBox="1"/>
          <p:nvPr>
            <p:ph type="body" sz="quarter" idx="1"/>
          </p:nvPr>
        </p:nvSpPr>
        <p:spPr>
          <a:xfrm>
            <a:off x="457200" y="231494"/>
            <a:ext cx="3611880" cy="225706"/>
          </a:xfrm>
          <a:prstGeom prst="rect">
            <a:avLst/>
          </a:prstGeom>
        </p:spPr>
        <p:txBody>
          <a:bodyPr/>
          <a:lstStyle/>
          <a:p>
            <a:pPr/>
            <a:r>
              <a:t>JavaScript</a:t>
            </a:r>
          </a:p>
        </p:txBody>
      </p:sp>
      <p:sp>
        <p:nvSpPr>
          <p:cNvPr id="782" name="Title 3"/>
          <p:cNvSpPr txBox="1"/>
          <p:nvPr>
            <p:ph type="title"/>
          </p:nvPr>
        </p:nvSpPr>
        <p:spPr>
          <a:xfrm>
            <a:off x="457199" y="457200"/>
            <a:ext cx="6546030" cy="457200"/>
          </a:xfrm>
          <a:prstGeom prst="rect">
            <a:avLst/>
          </a:prstGeom>
        </p:spPr>
        <p:txBody>
          <a:bodyPr/>
          <a:lstStyle/>
          <a:p>
            <a:pPr/>
            <a:r>
              <a:t>JSON</a:t>
            </a:r>
          </a:p>
        </p:txBody>
      </p:sp>
      <p:sp>
        <p:nvSpPr>
          <p:cNvPr id="783" name="Content Placeholder 2"/>
          <p:cNvSpPr txBox="1"/>
          <p:nvPr/>
        </p:nvSpPr>
        <p:spPr>
          <a:xfrm>
            <a:off x="402907" y="1079500"/>
            <a:ext cx="3620451" cy="484981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0000"/>
              </a:lnSpc>
              <a:spcBef>
                <a:spcPts val="600"/>
              </a:spcBef>
              <a:defRPr b="1" sz="1600"/>
            </a:pPr>
            <a:r>
              <a:t>J</a:t>
            </a:r>
            <a:r>
              <a:rPr b="0"/>
              <a:t>ava</a:t>
            </a:r>
            <a:r>
              <a:t>S</a:t>
            </a:r>
            <a:r>
              <a:rPr b="0"/>
              <a:t>cript </a:t>
            </a:r>
            <a:r>
              <a:t>O</a:t>
            </a:r>
            <a:r>
              <a:rPr b="0"/>
              <a:t>bject </a:t>
            </a:r>
            <a:r>
              <a:t>N</a:t>
            </a:r>
            <a:r>
              <a:rPr b="0"/>
              <a:t>otation</a:t>
            </a:r>
            <a:endParaRPr sz="1200"/>
          </a:p>
          <a:p>
            <a:pPr>
              <a:lnSpc>
                <a:spcPct val="110000"/>
              </a:lnSpc>
              <a:spcBef>
                <a:spcPts val="600"/>
              </a:spcBef>
              <a:defRPr sz="1600"/>
            </a:pPr>
            <a:r>
              <a:t>A lightweight data interchange format</a:t>
            </a:r>
            <a:endParaRPr sz="1200"/>
          </a:p>
          <a:p>
            <a:pPr>
              <a:lnSpc>
                <a:spcPct val="110000"/>
              </a:lnSpc>
              <a:spcBef>
                <a:spcPts val="600"/>
              </a:spcBef>
              <a:defRPr sz="1600"/>
            </a:pPr>
            <a:r>
              <a:t>Readable to humans</a:t>
            </a:r>
            <a:endParaRPr sz="1200"/>
          </a:p>
          <a:p>
            <a:pPr>
              <a:lnSpc>
                <a:spcPct val="110000"/>
              </a:lnSpc>
              <a:spcBef>
                <a:spcPts val="600"/>
              </a:spcBef>
              <a:defRPr sz="1600"/>
            </a:pPr>
            <a:r>
              <a:t>Easily processed by programs</a:t>
            </a:r>
            <a:endParaRPr sz="1200"/>
          </a:p>
          <a:p>
            <a:pPr>
              <a:lnSpc>
                <a:spcPct val="110000"/>
              </a:lnSpc>
              <a:spcBef>
                <a:spcPts val="600"/>
              </a:spcBef>
              <a:defRPr sz="1600"/>
            </a:pPr>
            <a:r>
              <a:t>Subset of JavaScript (</a:t>
            </a:r>
            <a:r>
              <a:rPr i="1"/>
              <a:t>object notation</a:t>
            </a:r>
            <a:r>
              <a:t>)</a:t>
            </a:r>
            <a:endParaRPr sz="1200"/>
          </a:p>
          <a:p>
            <a:pPr>
              <a:lnSpc>
                <a:spcPct val="110000"/>
              </a:lnSpc>
              <a:spcBef>
                <a:spcPts val="600"/>
              </a:spcBef>
              <a:defRPr sz="1600"/>
            </a:pPr>
          </a:p>
          <a:p>
            <a:pPr>
              <a:lnSpc>
                <a:spcPct val="110000"/>
              </a:lnSpc>
              <a:spcBef>
                <a:spcPts val="600"/>
              </a:spcBef>
              <a:defRPr sz="1600"/>
            </a:pPr>
            <a:r>
              <a:t>MIME type: application/json</a:t>
            </a:r>
            <a:endParaRPr sz="1200"/>
          </a:p>
          <a:p>
            <a:pPr>
              <a:lnSpc>
                <a:spcPct val="110000"/>
              </a:lnSpc>
              <a:spcBef>
                <a:spcPts val="600"/>
              </a:spcBef>
              <a:defRPr sz="1600"/>
            </a:pPr>
            <a:r>
              <a:t>Can contain:</a:t>
            </a:r>
            <a:endParaRPr sz="1200"/>
          </a:p>
          <a:p>
            <a:pPr lvl="1" marL="685800" indent="-228600">
              <a:lnSpc>
                <a:spcPct val="110000"/>
              </a:lnSpc>
              <a:spcBef>
                <a:spcPts val="600"/>
              </a:spcBef>
              <a:buSzPct val="100000"/>
              <a:buFont typeface="Arial"/>
              <a:buChar char="•"/>
              <a:defRPr sz="1600">
                <a:latin typeface="Consolas"/>
                <a:ea typeface="Consolas"/>
                <a:cs typeface="Consolas"/>
                <a:sym typeface="Consolas"/>
              </a:defRPr>
            </a:pPr>
            <a:r>
              <a:t>Number</a:t>
            </a:r>
            <a:endParaRPr sz="1200"/>
          </a:p>
          <a:p>
            <a:pPr lvl="1" marL="685800" indent="-228600">
              <a:lnSpc>
                <a:spcPct val="110000"/>
              </a:lnSpc>
              <a:spcBef>
                <a:spcPts val="600"/>
              </a:spcBef>
              <a:buSzPct val="100000"/>
              <a:buFont typeface="Arial"/>
              <a:buChar char="•"/>
              <a:defRPr sz="1600">
                <a:latin typeface="Consolas"/>
                <a:ea typeface="Consolas"/>
                <a:cs typeface="Consolas"/>
                <a:sym typeface="Consolas"/>
              </a:defRPr>
            </a:pPr>
            <a:r>
              <a:t>String</a:t>
            </a:r>
            <a:endParaRPr sz="1200"/>
          </a:p>
          <a:p>
            <a:pPr lvl="1" marL="685800" indent="-228600">
              <a:lnSpc>
                <a:spcPct val="110000"/>
              </a:lnSpc>
              <a:spcBef>
                <a:spcPts val="600"/>
              </a:spcBef>
              <a:buSzPct val="100000"/>
              <a:buFont typeface="Arial"/>
              <a:buChar char="•"/>
              <a:defRPr sz="1600">
                <a:latin typeface="Consolas"/>
                <a:ea typeface="Consolas"/>
                <a:cs typeface="Consolas"/>
                <a:sym typeface="Consolas"/>
              </a:defRPr>
            </a:pPr>
            <a:r>
              <a:t>Boolean</a:t>
            </a:r>
            <a:endParaRPr sz="1200"/>
          </a:p>
          <a:p>
            <a:pPr lvl="1" marL="685800" indent="-228600">
              <a:lnSpc>
                <a:spcPct val="110000"/>
              </a:lnSpc>
              <a:spcBef>
                <a:spcPts val="600"/>
              </a:spcBef>
              <a:buSzPct val="100000"/>
              <a:buFont typeface="Arial"/>
              <a:buChar char="•"/>
              <a:defRPr sz="1600">
                <a:latin typeface="Consolas"/>
                <a:ea typeface="Consolas"/>
                <a:cs typeface="Consolas"/>
                <a:sym typeface="Consolas"/>
              </a:defRPr>
            </a:pPr>
            <a:r>
              <a:t>Array</a:t>
            </a:r>
            <a:endParaRPr sz="1200"/>
          </a:p>
          <a:p>
            <a:pPr lvl="1" marL="685800" indent="-228600">
              <a:lnSpc>
                <a:spcPct val="110000"/>
              </a:lnSpc>
              <a:spcBef>
                <a:spcPts val="600"/>
              </a:spcBef>
              <a:buSzPct val="100000"/>
              <a:buFont typeface="Arial"/>
              <a:buChar char="•"/>
              <a:defRPr sz="1600">
                <a:latin typeface="Consolas"/>
                <a:ea typeface="Consolas"/>
                <a:cs typeface="Consolas"/>
                <a:sym typeface="Consolas"/>
              </a:defRPr>
            </a:pPr>
            <a:r>
              <a:t>Null</a:t>
            </a:r>
            <a:endParaRPr sz="1200"/>
          </a:p>
          <a:p>
            <a:pPr lvl="1" marL="685800" indent="-228600">
              <a:lnSpc>
                <a:spcPct val="110000"/>
              </a:lnSpc>
              <a:spcBef>
                <a:spcPts val="600"/>
              </a:spcBef>
              <a:buSzPct val="100000"/>
              <a:buFont typeface="Arial"/>
              <a:buChar char="•"/>
              <a:defRPr sz="1600">
                <a:latin typeface="Consolas"/>
                <a:ea typeface="Consolas"/>
                <a:cs typeface="Consolas"/>
                <a:sym typeface="Consolas"/>
              </a:defRPr>
            </a:pPr>
            <a:r>
              <a:t>Object</a:t>
            </a:r>
          </a:p>
        </p:txBody>
      </p:sp>
      <p:sp>
        <p:nvSpPr>
          <p:cNvPr id="784" name="Content Placeholder 2"/>
          <p:cNvSpPr txBox="1"/>
          <p:nvPr/>
        </p:nvSpPr>
        <p:spPr>
          <a:xfrm>
            <a:off x="4287194" y="1079500"/>
            <a:ext cx="3308467" cy="234616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ts val="1600"/>
              </a:lnSpc>
              <a:spcBef>
                <a:spcPts val="300"/>
              </a:spcBef>
              <a:defRPr b="1" sz="1600">
                <a:solidFill>
                  <a:srgbClr val="2FC2D9"/>
                </a:solidFill>
                <a:latin typeface="Consolas"/>
                <a:ea typeface="Consolas"/>
                <a:cs typeface="Consolas"/>
                <a:sym typeface="Consolas"/>
              </a:defRPr>
            </a:pPr>
            <a:r>
              <a:t>{</a:t>
            </a:r>
            <a:endParaRPr sz="1100">
              <a:latin typeface="+mn-lt"/>
              <a:ea typeface="+mn-ea"/>
              <a:cs typeface="+mn-cs"/>
              <a:sym typeface="Calibri"/>
            </a:endParaRPr>
          </a:p>
          <a:p>
            <a:pPr>
              <a:lnSpc>
                <a:spcPts val="1600"/>
              </a:lnSpc>
              <a:spcBef>
                <a:spcPts val="300"/>
              </a:spcBef>
              <a:defRPr b="1" sz="1600">
                <a:solidFill>
                  <a:srgbClr val="2FC2D9"/>
                </a:solidFill>
                <a:latin typeface="Consolas"/>
                <a:ea typeface="Consolas"/>
                <a:cs typeface="Consolas"/>
                <a:sym typeface="Consolas"/>
              </a:defRPr>
            </a:pPr>
            <a:r>
              <a:t>  "id": </a:t>
            </a:r>
            <a:r>
              <a:rPr>
                <a:solidFill>
                  <a:srgbClr val="1A9CB0"/>
                </a:solidFill>
              </a:rPr>
              <a:t>1</a:t>
            </a:r>
            <a:r>
              <a:t>,</a:t>
            </a:r>
            <a:endParaRPr sz="1100">
              <a:latin typeface="+mn-lt"/>
              <a:ea typeface="+mn-ea"/>
              <a:cs typeface="+mn-cs"/>
              <a:sym typeface="Calibri"/>
            </a:endParaRPr>
          </a:p>
          <a:p>
            <a:pPr>
              <a:lnSpc>
                <a:spcPts val="1600"/>
              </a:lnSpc>
              <a:spcBef>
                <a:spcPts val="300"/>
              </a:spcBef>
              <a:defRPr b="1" sz="1600">
                <a:solidFill>
                  <a:srgbClr val="2FC2D9"/>
                </a:solidFill>
                <a:latin typeface="Consolas"/>
                <a:ea typeface="Consolas"/>
                <a:cs typeface="Consolas"/>
                <a:sym typeface="Consolas"/>
              </a:defRPr>
            </a:pPr>
            <a:r>
              <a:t>  "name": </a:t>
            </a:r>
            <a:r>
              <a:rPr>
                <a:solidFill>
                  <a:srgbClr val="1A9CB0"/>
                </a:solidFill>
              </a:rPr>
              <a:t>"Json Statham"</a:t>
            </a:r>
            <a:r>
              <a:t>,</a:t>
            </a:r>
            <a:endParaRPr sz="1100">
              <a:latin typeface="+mn-lt"/>
              <a:ea typeface="+mn-ea"/>
              <a:cs typeface="+mn-cs"/>
              <a:sym typeface="Calibri"/>
            </a:endParaRPr>
          </a:p>
          <a:p>
            <a:pPr>
              <a:lnSpc>
                <a:spcPts val="1600"/>
              </a:lnSpc>
              <a:spcBef>
                <a:spcPts val="300"/>
              </a:spcBef>
              <a:defRPr b="1" sz="1600">
                <a:solidFill>
                  <a:srgbClr val="2FC2D9"/>
                </a:solidFill>
                <a:latin typeface="Consolas"/>
                <a:ea typeface="Consolas"/>
                <a:cs typeface="Consolas"/>
                <a:sym typeface="Consolas"/>
              </a:defRPr>
            </a:pPr>
            <a:r>
              <a:t>  "hasGun": </a:t>
            </a:r>
            <a:r>
              <a:rPr>
                <a:solidFill>
                  <a:srgbClr val="1A9CB0"/>
                </a:solidFill>
              </a:rPr>
              <a:t>true,</a:t>
            </a:r>
            <a:br>
              <a:rPr>
                <a:solidFill>
                  <a:srgbClr val="1A9CB0"/>
                </a:solidFill>
              </a:rPr>
            </a:br>
            <a:r>
              <a:rPr>
                <a:solidFill>
                  <a:srgbClr val="1A9CB0"/>
                </a:solidFill>
              </a:rPr>
              <a:t>  </a:t>
            </a:r>
            <a:r>
              <a:t>"movies":</a:t>
            </a:r>
            <a:r>
              <a:rPr>
                <a:solidFill>
                  <a:srgbClr val="1A9CB0"/>
                </a:solidFill>
              </a:rPr>
              <a:t> [</a:t>
            </a:r>
            <a:endParaRPr sz="1100">
              <a:latin typeface="+mn-lt"/>
              <a:ea typeface="+mn-ea"/>
              <a:cs typeface="+mn-cs"/>
              <a:sym typeface="Calibri"/>
            </a:endParaRPr>
          </a:p>
          <a:p>
            <a:pPr>
              <a:lnSpc>
                <a:spcPts val="1600"/>
              </a:lnSpc>
              <a:spcBef>
                <a:spcPts val="300"/>
              </a:spcBef>
              <a:defRPr b="1" sz="1600">
                <a:solidFill>
                  <a:srgbClr val="1A9CB0"/>
                </a:solidFill>
                <a:latin typeface="Consolas"/>
                <a:ea typeface="Consolas"/>
                <a:cs typeface="Consolas"/>
                <a:sym typeface="Consolas"/>
              </a:defRPr>
            </a:pPr>
            <a:r>
              <a:t>    "Crank"</a:t>
            </a:r>
            <a:r>
              <a:rPr>
                <a:solidFill>
                  <a:srgbClr val="2FC2D9"/>
                </a:solidFill>
              </a:rPr>
              <a:t>,</a:t>
            </a:r>
            <a:endParaRPr sz="1100">
              <a:latin typeface="+mn-lt"/>
              <a:ea typeface="+mn-ea"/>
              <a:cs typeface="+mn-cs"/>
              <a:sym typeface="Calibri"/>
            </a:endParaRPr>
          </a:p>
          <a:p>
            <a:pPr>
              <a:lnSpc>
                <a:spcPts val="1600"/>
              </a:lnSpc>
              <a:spcBef>
                <a:spcPts val="300"/>
              </a:spcBef>
              <a:defRPr b="1" sz="1600">
                <a:solidFill>
                  <a:srgbClr val="1A9CB0"/>
                </a:solidFill>
                <a:latin typeface="Consolas"/>
                <a:ea typeface="Consolas"/>
                <a:cs typeface="Consolas"/>
                <a:sym typeface="Consolas"/>
              </a:defRPr>
            </a:pPr>
            <a:r>
              <a:t>    "The Transporter"</a:t>
            </a:r>
            <a:endParaRPr sz="1100">
              <a:latin typeface="+mn-lt"/>
              <a:ea typeface="+mn-ea"/>
              <a:cs typeface="+mn-cs"/>
              <a:sym typeface="Calibri"/>
            </a:endParaRPr>
          </a:p>
          <a:p>
            <a:pPr>
              <a:lnSpc>
                <a:spcPts val="1600"/>
              </a:lnSpc>
              <a:spcBef>
                <a:spcPts val="300"/>
              </a:spcBef>
              <a:defRPr b="1" sz="1600">
                <a:solidFill>
                  <a:srgbClr val="1A9CB0"/>
                </a:solidFill>
                <a:latin typeface="Consolas"/>
                <a:ea typeface="Consolas"/>
                <a:cs typeface="Consolas"/>
                <a:sym typeface="Consolas"/>
              </a:defRPr>
            </a:pPr>
            <a:r>
              <a:t>  ],</a:t>
            </a:r>
            <a:endParaRPr sz="1100">
              <a:latin typeface="+mn-lt"/>
              <a:ea typeface="+mn-ea"/>
              <a:cs typeface="+mn-cs"/>
              <a:sym typeface="Calibri"/>
            </a:endParaRPr>
          </a:p>
          <a:p>
            <a:pPr>
              <a:lnSpc>
                <a:spcPts val="1600"/>
              </a:lnSpc>
              <a:spcBef>
                <a:spcPts val="300"/>
              </a:spcBef>
              <a:defRPr b="1" sz="1600">
                <a:solidFill>
                  <a:srgbClr val="1A9CB0"/>
                </a:solidFill>
                <a:latin typeface="Consolas"/>
                <a:ea typeface="Consolas"/>
                <a:cs typeface="Consolas"/>
                <a:sym typeface="Consolas"/>
              </a:defRPr>
            </a:pPr>
            <a:r>
              <a:t>  </a:t>
            </a:r>
            <a:r>
              <a:rPr>
                <a:solidFill>
                  <a:srgbClr val="2FC2D9"/>
                </a:solidFill>
              </a:rPr>
              <a:t>"killedBy": </a:t>
            </a:r>
            <a:r>
              <a:t>null</a:t>
            </a:r>
            <a:endParaRPr sz="1100">
              <a:latin typeface="+mn-lt"/>
              <a:ea typeface="+mn-ea"/>
              <a:cs typeface="+mn-cs"/>
              <a:sym typeface="Calibri"/>
            </a:endParaRPr>
          </a:p>
          <a:p>
            <a:pPr>
              <a:lnSpc>
                <a:spcPts val="1600"/>
              </a:lnSpc>
              <a:spcBef>
                <a:spcPts val="300"/>
              </a:spcBef>
              <a:defRPr b="1" sz="1600">
                <a:solidFill>
                  <a:srgbClr val="2FC2D9"/>
                </a:solidFill>
                <a:latin typeface="Consolas"/>
                <a:ea typeface="Consolas"/>
                <a:cs typeface="Consolas"/>
                <a:sym typeface="Consolas"/>
              </a:defRPr>
            </a:pPr>
            <a:r>
              <a: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6" name="Text Placeholder 3"/>
          <p:cNvSpPr txBox="1"/>
          <p:nvPr>
            <p:ph type="sldNum" sz="quarter" idx="2"/>
          </p:nvPr>
        </p:nvSpPr>
        <p:spPr>
          <a:xfrm>
            <a:off x="11614025" y="6447522"/>
            <a:ext cx="127001"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787" name="Title 2"/>
          <p:cNvSpPr txBox="1"/>
          <p:nvPr>
            <p:ph type="title"/>
          </p:nvPr>
        </p:nvSpPr>
        <p:spPr>
          <a:xfrm>
            <a:off x="457199" y="457200"/>
            <a:ext cx="11274554" cy="457200"/>
          </a:xfrm>
          <a:prstGeom prst="rect">
            <a:avLst/>
          </a:prstGeom>
        </p:spPr>
        <p:txBody>
          <a:bodyPr/>
          <a:lstStyle/>
          <a:p>
            <a:pPr/>
            <a:r>
              <a:t>Scopes</a:t>
            </a:r>
          </a:p>
        </p:txBody>
      </p:sp>
      <p:sp>
        <p:nvSpPr>
          <p:cNvPr id="788" name="Text Placeholder 1"/>
          <p:cNvSpPr txBox="1"/>
          <p:nvPr>
            <p:ph type="body" sz="quarter" idx="1"/>
          </p:nvPr>
        </p:nvSpPr>
        <p:spPr>
          <a:xfrm>
            <a:off x="457200" y="231494"/>
            <a:ext cx="3611880" cy="225706"/>
          </a:xfrm>
          <a:prstGeom prst="rect">
            <a:avLst/>
          </a:prstGeom>
        </p:spPr>
        <p:txBody>
          <a:bodyPr/>
          <a:lstStyle/>
          <a:p>
            <a:pPr/>
            <a:r>
              <a:t>JavaScript</a:t>
            </a:r>
          </a:p>
        </p:txBody>
      </p:sp>
      <p:sp>
        <p:nvSpPr>
          <p:cNvPr id="789" name="TextBox 9"/>
          <p:cNvSpPr txBox="1"/>
          <p:nvPr/>
        </p:nvSpPr>
        <p:spPr>
          <a:xfrm>
            <a:off x="457199" y="1118585"/>
            <a:ext cx="10462336" cy="11179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Global* Scope: anything that is declared outside any block or function </a:t>
            </a:r>
          </a:p>
          <a:p>
            <a:pPr lvl="1"/>
            <a:r>
              <a:t>*window (browsers) / global (headless browsers or Node)</a:t>
            </a:r>
          </a:p>
          <a:p>
            <a:pPr/>
            <a:r>
              <a:t>Function Scope: each function has their own scope</a:t>
            </a:r>
          </a:p>
          <a:p>
            <a:pPr/>
            <a:r>
              <a:t>Block Scope (ES6): variables declared with let and const are block scoped (block: any code within curly braces)</a:t>
            </a:r>
          </a:p>
        </p:txBody>
      </p:sp>
      <p:sp>
        <p:nvSpPr>
          <p:cNvPr id="790" name="TextBox 10"/>
          <p:cNvSpPr txBox="1"/>
          <p:nvPr/>
        </p:nvSpPr>
        <p:spPr>
          <a:xfrm>
            <a:off x="9701802" y="3099647"/>
            <a:ext cx="2106095" cy="2630806"/>
          </a:xfrm>
          <a:prstGeom prst="rect">
            <a:avLst/>
          </a:prstGeom>
          <a:solidFill>
            <a:schemeClr val="accent1"/>
          </a:solidFill>
          <a:ln>
            <a:solidFill>
              <a:schemeClr val="accent1"/>
            </a:solidFill>
          </a:ln>
          <a:extLst>
            <a:ext uri="{C572A759-6A51-4108-AA02-DFA0A04FC94B}">
              <ma14:wrappingTextBoxFlag xmlns:ma14="http://schemas.microsoft.com/office/mac/drawingml/2011/main" val="1"/>
            </a:ext>
          </a:extLst>
        </p:spPr>
        <p:txBody>
          <a:bodyPr tIns="91439" bIns="91439">
            <a:spAutoFit/>
          </a:bodyPr>
          <a:lstStyle/>
          <a:p>
            <a:pPr algn="ctr">
              <a:defRPr sz="2600">
                <a:solidFill>
                  <a:srgbClr val="FFFFFF"/>
                </a:solidFill>
              </a:defRPr>
            </a:pPr>
            <a:r>
              <a:t>5.</a:t>
            </a:r>
          </a:p>
          <a:p>
            <a:pPr>
              <a:defRPr>
                <a:solidFill>
                  <a:srgbClr val="FFFFFF"/>
                </a:solidFill>
              </a:defRPr>
            </a:pPr>
          </a:p>
          <a:p>
            <a:pPr>
              <a:defRPr sz="1400">
                <a:solidFill>
                  <a:srgbClr val="569CD6"/>
                </a:solidFill>
                <a:latin typeface="Consolas"/>
                <a:ea typeface="Consolas"/>
                <a:cs typeface="Consolas"/>
                <a:sym typeface="Consolas"/>
              </a:defRPr>
            </a:pPr>
            <a:r>
              <a:t>let</a:t>
            </a:r>
            <a:r>
              <a:rPr>
                <a:solidFill>
                  <a:srgbClr val="D4D4D4"/>
                </a:solidFill>
              </a:rPr>
              <a:t> </a:t>
            </a:r>
            <a:r>
              <a:rPr>
                <a:solidFill>
                  <a:srgbClr val="9CDCFE"/>
                </a:solidFill>
              </a:rPr>
              <a:t>a</a:t>
            </a:r>
            <a:r>
              <a:rPr>
                <a:solidFill>
                  <a:srgbClr val="D4D4D4"/>
                </a:solidFill>
              </a:rPr>
              <a:t> = </a:t>
            </a:r>
            <a:r>
              <a:rPr>
                <a:solidFill>
                  <a:srgbClr val="B5CEA8"/>
                </a:solidFill>
              </a:rPr>
              <a:t>42</a:t>
            </a:r>
            <a:r>
              <a:rPr>
                <a:solidFill>
                  <a:srgbClr val="D4D4D4"/>
                </a:solidFill>
              </a:rPr>
              <a:t>;</a:t>
            </a:r>
            <a:endParaRPr>
              <a:solidFill>
                <a:srgbClr val="D4D4D4"/>
              </a:solidFill>
            </a:endParaRPr>
          </a:p>
          <a:p>
            <a:pPr>
              <a:defRPr sz="1400">
                <a:solidFill>
                  <a:srgbClr val="C586C0"/>
                </a:solidFill>
                <a:latin typeface="Consolas"/>
                <a:ea typeface="Consolas"/>
                <a:cs typeface="Consolas"/>
                <a:sym typeface="Consolas"/>
              </a:defRPr>
            </a:pPr>
            <a:r>
              <a:t>try</a:t>
            </a:r>
            <a:r>
              <a:rPr>
                <a:solidFill>
                  <a:srgbClr val="D4D4D4"/>
                </a:solidFill>
              </a:rPr>
              <a:t> {</a:t>
            </a:r>
            <a:endParaRPr>
              <a:solidFill>
                <a:srgbClr val="D4D4D4"/>
              </a:solidFill>
            </a:endParaRPr>
          </a:p>
          <a:p>
            <a:pPr>
              <a:defRPr sz="1400">
                <a:solidFill>
                  <a:srgbClr val="D4D4D4"/>
                </a:solidFill>
                <a:latin typeface="Consolas"/>
                <a:ea typeface="Consolas"/>
                <a:cs typeface="Consolas"/>
                <a:sym typeface="Consolas"/>
              </a:defRPr>
            </a:pPr>
            <a:r>
              <a:t>  </a:t>
            </a:r>
            <a:r>
              <a:rPr>
                <a:solidFill>
                  <a:srgbClr val="9CDCFE"/>
                </a:solidFill>
              </a:rPr>
              <a:t>a</a:t>
            </a:r>
            <a:r>
              <a:t> = </a:t>
            </a:r>
            <a:r>
              <a:rPr>
                <a:solidFill>
                  <a:srgbClr val="B5CEA8"/>
                </a:solidFill>
              </a:rPr>
              <a:t>90</a:t>
            </a:r>
            <a:r>
              <a:t>;</a:t>
            </a:r>
          </a:p>
          <a:p>
            <a:pPr>
              <a:defRPr sz="1400">
                <a:solidFill>
                  <a:srgbClr val="D4D4D4"/>
                </a:solidFill>
                <a:latin typeface="Consolas"/>
                <a:ea typeface="Consolas"/>
                <a:cs typeface="Consolas"/>
                <a:sym typeface="Consolas"/>
              </a:defRPr>
            </a:pPr>
            <a:r>
              <a:t>} </a:t>
            </a:r>
            <a:r>
              <a:rPr>
                <a:solidFill>
                  <a:srgbClr val="C586C0"/>
                </a:solidFill>
              </a:rPr>
              <a:t>catch</a:t>
            </a:r>
            <a:r>
              <a:t> (</a:t>
            </a:r>
            <a:r>
              <a:rPr>
                <a:solidFill>
                  <a:srgbClr val="9CDCFE"/>
                </a:solidFill>
              </a:rPr>
              <a:t>err</a:t>
            </a:r>
            <a:r>
              <a:t>) {</a:t>
            </a:r>
          </a:p>
          <a:p>
            <a:pPr>
              <a:defRPr sz="14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9CDCFE"/>
                </a:solidFill>
              </a:rPr>
              <a:t>err</a:t>
            </a:r>
            <a:r>
              <a:t>);</a:t>
            </a:r>
          </a:p>
          <a:p>
            <a:pPr>
              <a:defRPr sz="1400">
                <a:solidFill>
                  <a:srgbClr val="D4D4D4"/>
                </a:solidFill>
                <a:latin typeface="Consolas"/>
                <a:ea typeface="Consolas"/>
                <a:cs typeface="Consolas"/>
                <a:sym typeface="Consolas"/>
              </a:defRPr>
            </a:pPr>
            <a:r>
              <a:t>}</a:t>
            </a:r>
          </a:p>
          <a:p>
            <a:pPr>
              <a:defRPr sz="1400">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rgbClr val="D4D4D4"/>
                </a:solidFill>
              </a:rPr>
              <a:t>(</a:t>
            </a:r>
            <a:r>
              <a:t>a</a:t>
            </a:r>
            <a:r>
              <a:rPr>
                <a:solidFill>
                  <a:srgbClr val="D4D4D4"/>
                </a:solidFill>
              </a:rPr>
              <a:t>);</a:t>
            </a:r>
          </a:p>
        </p:txBody>
      </p:sp>
      <p:sp>
        <p:nvSpPr>
          <p:cNvPr id="791" name="TextBox 11"/>
          <p:cNvSpPr txBox="1"/>
          <p:nvPr/>
        </p:nvSpPr>
        <p:spPr>
          <a:xfrm>
            <a:off x="7367330" y="3099647"/>
            <a:ext cx="2106095" cy="2621281"/>
          </a:xfrm>
          <a:prstGeom prst="rect">
            <a:avLst/>
          </a:prstGeom>
          <a:solidFill>
            <a:schemeClr val="accent1"/>
          </a:solidFill>
          <a:ln w="12700">
            <a:miter lim="400000"/>
          </a:ln>
          <a:extLst>
            <a:ext uri="{C572A759-6A51-4108-AA02-DFA0A04FC94B}">
              <ma14:wrappingTextBoxFlag xmlns:ma14="http://schemas.microsoft.com/office/mac/drawingml/2011/main" val="1"/>
            </a:ext>
          </a:extLst>
        </p:spPr>
        <p:txBody>
          <a:bodyPr tIns="91439" bIns="91439">
            <a:spAutoFit/>
          </a:bodyPr>
          <a:lstStyle/>
          <a:p>
            <a:pPr algn="ctr">
              <a:defRPr sz="2600">
                <a:solidFill>
                  <a:srgbClr val="FFFFFF"/>
                </a:solidFill>
              </a:defRPr>
            </a:pPr>
            <a:r>
              <a:t>4.</a:t>
            </a:r>
          </a:p>
          <a:p>
            <a:pPr/>
          </a:p>
          <a:p>
            <a:pPr>
              <a:defRPr sz="1400">
                <a:solidFill>
                  <a:srgbClr val="569CD6"/>
                </a:solidFill>
                <a:latin typeface="Consolas"/>
                <a:ea typeface="Consolas"/>
                <a:cs typeface="Consolas"/>
                <a:sym typeface="Consolas"/>
              </a:defRPr>
            </a:pPr>
            <a:r>
              <a:t>let</a:t>
            </a:r>
            <a:r>
              <a:rPr>
                <a:solidFill>
                  <a:srgbClr val="D4D4D4"/>
                </a:solidFill>
              </a:rPr>
              <a:t> </a:t>
            </a:r>
            <a:r>
              <a:rPr>
                <a:solidFill>
                  <a:srgbClr val="9CDCFE"/>
                </a:solidFill>
              </a:rPr>
              <a:t>a</a:t>
            </a:r>
            <a:r>
              <a:rPr>
                <a:solidFill>
                  <a:srgbClr val="D4D4D4"/>
                </a:solidFill>
              </a:rPr>
              <a:t> = </a:t>
            </a:r>
            <a:r>
              <a:rPr>
                <a:solidFill>
                  <a:srgbClr val="B5CEA8"/>
                </a:solidFill>
              </a:rPr>
              <a:t>42</a:t>
            </a:r>
            <a:r>
              <a:rPr>
                <a:solidFill>
                  <a:srgbClr val="D4D4D4"/>
                </a:solidFill>
              </a:rPr>
              <a:t>;</a:t>
            </a:r>
            <a:endParaRPr>
              <a:solidFill>
                <a:srgbClr val="D4D4D4"/>
              </a:solidFill>
            </a:endParaRPr>
          </a:p>
          <a:p>
            <a:pPr>
              <a:defRPr sz="1400">
                <a:solidFill>
                  <a:srgbClr val="C586C0"/>
                </a:solidFill>
                <a:latin typeface="Consolas"/>
                <a:ea typeface="Consolas"/>
                <a:cs typeface="Consolas"/>
                <a:sym typeface="Consolas"/>
              </a:defRPr>
            </a:pPr>
            <a:r>
              <a:t>try</a:t>
            </a:r>
            <a:r>
              <a:rPr>
                <a:solidFill>
                  <a:srgbClr val="D4D4D4"/>
                </a:solidFill>
              </a:rPr>
              <a:t> {</a:t>
            </a:r>
            <a:endParaRPr>
              <a:solidFill>
                <a:srgbClr val="D4D4D4"/>
              </a:solidFill>
            </a:endParaRPr>
          </a:p>
          <a:p>
            <a:pPr>
              <a:defRPr sz="1400">
                <a:solidFill>
                  <a:srgbClr val="D4D4D4"/>
                </a:solidFill>
                <a:latin typeface="Consolas"/>
                <a:ea typeface="Consolas"/>
                <a:cs typeface="Consolas"/>
                <a:sym typeface="Consolas"/>
              </a:defRPr>
            </a:pPr>
            <a:r>
              <a:t>  </a:t>
            </a:r>
            <a:r>
              <a:rPr>
                <a:solidFill>
                  <a:srgbClr val="569CD6"/>
                </a:solidFill>
              </a:rPr>
              <a:t>let</a:t>
            </a:r>
            <a:r>
              <a:t> </a:t>
            </a:r>
            <a:r>
              <a:rPr>
                <a:solidFill>
                  <a:srgbClr val="9CDCFE"/>
                </a:solidFill>
              </a:rPr>
              <a:t>a</a:t>
            </a:r>
            <a:r>
              <a:t> = </a:t>
            </a:r>
            <a:r>
              <a:rPr>
                <a:solidFill>
                  <a:srgbClr val="B5CEA8"/>
                </a:solidFill>
              </a:rPr>
              <a:t>90</a:t>
            </a:r>
            <a:r>
              <a:t>;</a:t>
            </a:r>
          </a:p>
          <a:p>
            <a:pPr>
              <a:defRPr sz="1400">
                <a:solidFill>
                  <a:srgbClr val="D4D4D4"/>
                </a:solidFill>
                <a:latin typeface="Consolas"/>
                <a:ea typeface="Consolas"/>
                <a:cs typeface="Consolas"/>
                <a:sym typeface="Consolas"/>
              </a:defRPr>
            </a:pPr>
            <a:r>
              <a:t>} </a:t>
            </a:r>
            <a:r>
              <a:rPr>
                <a:solidFill>
                  <a:srgbClr val="C586C0"/>
                </a:solidFill>
              </a:rPr>
              <a:t>catch</a:t>
            </a:r>
            <a:r>
              <a:t> (</a:t>
            </a:r>
            <a:r>
              <a:rPr>
                <a:solidFill>
                  <a:srgbClr val="9CDCFE"/>
                </a:solidFill>
              </a:rPr>
              <a:t>err</a:t>
            </a:r>
            <a:r>
              <a:t>) {</a:t>
            </a:r>
          </a:p>
          <a:p>
            <a:pPr>
              <a:defRPr sz="14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9CDCFE"/>
                </a:solidFill>
              </a:rPr>
              <a:t>err</a:t>
            </a:r>
            <a:r>
              <a:t>);</a:t>
            </a:r>
          </a:p>
          <a:p>
            <a:pPr>
              <a:defRPr sz="1400">
                <a:solidFill>
                  <a:srgbClr val="D4D4D4"/>
                </a:solidFill>
                <a:latin typeface="Consolas"/>
                <a:ea typeface="Consolas"/>
                <a:cs typeface="Consolas"/>
                <a:sym typeface="Consolas"/>
              </a:defRPr>
            </a:pPr>
            <a:r>
              <a:t>}</a:t>
            </a:r>
          </a:p>
          <a:p>
            <a:pPr>
              <a:defRPr sz="1400">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rgbClr val="D4D4D4"/>
                </a:solidFill>
              </a:rPr>
              <a:t>(</a:t>
            </a:r>
            <a:r>
              <a:t>a</a:t>
            </a:r>
            <a:r>
              <a:rPr>
                <a:solidFill>
                  <a:srgbClr val="D4D4D4"/>
                </a:solidFill>
              </a:rPr>
              <a:t>);</a:t>
            </a:r>
          </a:p>
        </p:txBody>
      </p:sp>
      <p:sp>
        <p:nvSpPr>
          <p:cNvPr id="792" name="TextBox 16"/>
          <p:cNvSpPr txBox="1"/>
          <p:nvPr/>
        </p:nvSpPr>
        <p:spPr>
          <a:xfrm>
            <a:off x="5053046" y="3099647"/>
            <a:ext cx="2106095" cy="2621281"/>
          </a:xfrm>
          <a:prstGeom prst="rect">
            <a:avLst/>
          </a:prstGeom>
          <a:solidFill>
            <a:schemeClr val="accent1"/>
          </a:solidFill>
          <a:ln w="12700">
            <a:miter lim="400000"/>
          </a:ln>
          <a:extLst>
            <a:ext uri="{C572A759-6A51-4108-AA02-DFA0A04FC94B}">
              <ma14:wrappingTextBoxFlag xmlns:ma14="http://schemas.microsoft.com/office/mac/drawingml/2011/main" val="1"/>
            </a:ext>
          </a:extLst>
        </p:spPr>
        <p:txBody>
          <a:bodyPr tIns="91439" bIns="91439">
            <a:spAutoFit/>
          </a:bodyPr>
          <a:lstStyle/>
          <a:p>
            <a:pPr algn="ctr">
              <a:defRPr sz="2600">
                <a:solidFill>
                  <a:srgbClr val="FFFFFF"/>
                </a:solidFill>
              </a:defRPr>
            </a:pPr>
            <a:r>
              <a:t>3.</a:t>
            </a:r>
          </a:p>
          <a:p>
            <a:pPr/>
          </a:p>
          <a:p>
            <a:pPr>
              <a:defRPr sz="1400">
                <a:solidFill>
                  <a:srgbClr val="569CD6"/>
                </a:solidFill>
                <a:latin typeface="Consolas"/>
                <a:ea typeface="Consolas"/>
                <a:cs typeface="Consolas"/>
                <a:sym typeface="Consolas"/>
              </a:defRPr>
            </a:pPr>
            <a:r>
              <a:t>const</a:t>
            </a:r>
            <a:r>
              <a:rPr>
                <a:solidFill>
                  <a:srgbClr val="D4D4D4"/>
                </a:solidFill>
              </a:rPr>
              <a:t> </a:t>
            </a:r>
            <a:r>
              <a:rPr>
                <a:solidFill>
                  <a:srgbClr val="4FC1FF"/>
                </a:solidFill>
              </a:rPr>
              <a:t>a</a:t>
            </a:r>
            <a:r>
              <a:rPr>
                <a:solidFill>
                  <a:srgbClr val="D4D4D4"/>
                </a:solidFill>
              </a:rPr>
              <a:t> = </a:t>
            </a:r>
            <a:r>
              <a:rPr>
                <a:solidFill>
                  <a:srgbClr val="B5CEA8"/>
                </a:solidFill>
              </a:rPr>
              <a:t>42</a:t>
            </a:r>
            <a:r>
              <a:rPr>
                <a:solidFill>
                  <a:srgbClr val="D4D4D4"/>
                </a:solidFill>
              </a:rPr>
              <a:t>;</a:t>
            </a:r>
            <a:endParaRPr>
              <a:solidFill>
                <a:srgbClr val="D4D4D4"/>
              </a:solidFill>
            </a:endParaRPr>
          </a:p>
          <a:p>
            <a:pPr>
              <a:defRPr sz="1400">
                <a:solidFill>
                  <a:srgbClr val="C586C0"/>
                </a:solidFill>
                <a:latin typeface="Consolas"/>
                <a:ea typeface="Consolas"/>
                <a:cs typeface="Consolas"/>
                <a:sym typeface="Consolas"/>
              </a:defRPr>
            </a:pPr>
            <a:r>
              <a:t>try</a:t>
            </a:r>
            <a:r>
              <a:rPr>
                <a:solidFill>
                  <a:srgbClr val="D4D4D4"/>
                </a:solidFill>
              </a:rPr>
              <a:t> {</a:t>
            </a:r>
            <a:endParaRPr>
              <a:solidFill>
                <a:srgbClr val="D4D4D4"/>
              </a:solidFill>
            </a:endParaRPr>
          </a:p>
          <a:p>
            <a:pPr>
              <a:defRPr sz="1400">
                <a:solidFill>
                  <a:srgbClr val="D4D4D4"/>
                </a:solidFill>
                <a:latin typeface="Consolas"/>
                <a:ea typeface="Consolas"/>
                <a:cs typeface="Consolas"/>
                <a:sym typeface="Consolas"/>
              </a:defRPr>
            </a:pPr>
            <a:r>
              <a:t>  </a:t>
            </a:r>
            <a:r>
              <a:rPr>
                <a:solidFill>
                  <a:srgbClr val="4FC1FF"/>
                </a:solidFill>
              </a:rPr>
              <a:t>a</a:t>
            </a:r>
            <a:r>
              <a:t> = </a:t>
            </a:r>
            <a:r>
              <a:rPr>
                <a:solidFill>
                  <a:srgbClr val="B5CEA8"/>
                </a:solidFill>
              </a:rPr>
              <a:t>90</a:t>
            </a:r>
            <a:r>
              <a:t>;</a:t>
            </a:r>
          </a:p>
          <a:p>
            <a:pPr>
              <a:defRPr sz="1400">
                <a:solidFill>
                  <a:srgbClr val="D4D4D4"/>
                </a:solidFill>
                <a:latin typeface="Consolas"/>
                <a:ea typeface="Consolas"/>
                <a:cs typeface="Consolas"/>
                <a:sym typeface="Consolas"/>
              </a:defRPr>
            </a:pPr>
            <a:r>
              <a:t>} </a:t>
            </a:r>
            <a:r>
              <a:rPr>
                <a:solidFill>
                  <a:srgbClr val="C586C0"/>
                </a:solidFill>
              </a:rPr>
              <a:t>catch</a:t>
            </a:r>
            <a:r>
              <a:t> (</a:t>
            </a:r>
            <a:r>
              <a:rPr>
                <a:solidFill>
                  <a:srgbClr val="9CDCFE"/>
                </a:solidFill>
              </a:rPr>
              <a:t>err</a:t>
            </a:r>
            <a:r>
              <a:t>) {</a:t>
            </a:r>
          </a:p>
          <a:p>
            <a:pPr>
              <a:defRPr sz="14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9CDCFE"/>
                </a:solidFill>
              </a:rPr>
              <a:t>err</a:t>
            </a:r>
            <a:r>
              <a:t>);</a:t>
            </a:r>
          </a:p>
          <a:p>
            <a:pPr>
              <a:defRPr sz="1400">
                <a:solidFill>
                  <a:srgbClr val="D4D4D4"/>
                </a:solidFill>
                <a:latin typeface="Consolas"/>
                <a:ea typeface="Consolas"/>
                <a:cs typeface="Consolas"/>
                <a:sym typeface="Consolas"/>
              </a:defRPr>
            </a:pPr>
            <a:r>
              <a:t>}</a:t>
            </a:r>
          </a:p>
          <a:p>
            <a:pPr>
              <a:defRPr sz="1400">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rgbClr val="D4D4D4"/>
                </a:solidFill>
              </a:rPr>
              <a:t>(</a:t>
            </a:r>
            <a:r>
              <a:rPr>
                <a:solidFill>
                  <a:srgbClr val="4FC1FF"/>
                </a:solidFill>
              </a:rPr>
              <a:t>a</a:t>
            </a:r>
            <a:r>
              <a:rPr>
                <a:solidFill>
                  <a:srgbClr val="D4D4D4"/>
                </a:solidFill>
              </a:rPr>
              <a:t>);</a:t>
            </a:r>
          </a:p>
        </p:txBody>
      </p:sp>
      <p:sp>
        <p:nvSpPr>
          <p:cNvPr id="793" name="TextBox 17"/>
          <p:cNvSpPr txBox="1"/>
          <p:nvPr/>
        </p:nvSpPr>
        <p:spPr>
          <a:xfrm>
            <a:off x="2708183" y="3099647"/>
            <a:ext cx="2106095" cy="2621281"/>
          </a:xfrm>
          <a:prstGeom prst="rect">
            <a:avLst/>
          </a:prstGeom>
          <a:solidFill>
            <a:schemeClr val="accent1"/>
          </a:solidFill>
          <a:ln w="12700">
            <a:miter lim="400000"/>
          </a:ln>
          <a:extLst>
            <a:ext uri="{C572A759-6A51-4108-AA02-DFA0A04FC94B}">
              <ma14:wrappingTextBoxFlag xmlns:ma14="http://schemas.microsoft.com/office/mac/drawingml/2011/main" val="1"/>
            </a:ext>
          </a:extLst>
        </p:spPr>
        <p:txBody>
          <a:bodyPr tIns="91439" bIns="91439">
            <a:spAutoFit/>
          </a:bodyPr>
          <a:lstStyle/>
          <a:p>
            <a:pPr algn="ctr">
              <a:defRPr sz="2600">
                <a:solidFill>
                  <a:srgbClr val="FFFFFF"/>
                </a:solidFill>
              </a:defRPr>
            </a:pPr>
            <a:r>
              <a:t>2.</a:t>
            </a:r>
          </a:p>
          <a:p>
            <a:pPr/>
          </a:p>
          <a:p>
            <a:pPr>
              <a:defRPr sz="1400">
                <a:solidFill>
                  <a:srgbClr val="569CD6"/>
                </a:solidFill>
                <a:latin typeface="Consolas"/>
                <a:ea typeface="Consolas"/>
                <a:cs typeface="Consolas"/>
                <a:sym typeface="Consolas"/>
              </a:defRPr>
            </a:pPr>
            <a:r>
              <a:t>const</a:t>
            </a:r>
            <a:r>
              <a:rPr>
                <a:solidFill>
                  <a:srgbClr val="D4D4D4"/>
                </a:solidFill>
              </a:rPr>
              <a:t> </a:t>
            </a:r>
            <a:r>
              <a:rPr>
                <a:solidFill>
                  <a:srgbClr val="4FC1FF"/>
                </a:solidFill>
              </a:rPr>
              <a:t>a</a:t>
            </a:r>
            <a:r>
              <a:rPr>
                <a:solidFill>
                  <a:srgbClr val="D4D4D4"/>
                </a:solidFill>
              </a:rPr>
              <a:t> = </a:t>
            </a:r>
            <a:r>
              <a:rPr>
                <a:solidFill>
                  <a:srgbClr val="B5CEA8"/>
                </a:solidFill>
              </a:rPr>
              <a:t>42</a:t>
            </a:r>
            <a:r>
              <a:rPr>
                <a:solidFill>
                  <a:srgbClr val="D4D4D4"/>
                </a:solidFill>
              </a:rPr>
              <a:t>;</a:t>
            </a:r>
            <a:endParaRPr>
              <a:solidFill>
                <a:srgbClr val="D4D4D4"/>
              </a:solidFill>
            </a:endParaRPr>
          </a:p>
          <a:p>
            <a:pPr>
              <a:defRPr sz="1400">
                <a:solidFill>
                  <a:srgbClr val="C586C0"/>
                </a:solidFill>
                <a:latin typeface="Consolas"/>
                <a:ea typeface="Consolas"/>
                <a:cs typeface="Consolas"/>
                <a:sym typeface="Consolas"/>
              </a:defRPr>
            </a:pPr>
            <a:r>
              <a:t>try</a:t>
            </a:r>
            <a:r>
              <a:rPr>
                <a:solidFill>
                  <a:srgbClr val="D4D4D4"/>
                </a:solidFill>
              </a:rPr>
              <a:t> {</a:t>
            </a:r>
            <a:endParaRPr>
              <a:solidFill>
                <a:srgbClr val="D4D4D4"/>
              </a:solidFill>
            </a:endParaRPr>
          </a:p>
          <a:p>
            <a:pPr>
              <a:defRPr sz="1400">
                <a:solidFill>
                  <a:srgbClr val="D4D4D4"/>
                </a:solidFill>
                <a:latin typeface="Consolas"/>
                <a:ea typeface="Consolas"/>
                <a:cs typeface="Consolas"/>
                <a:sym typeface="Consolas"/>
              </a:defRPr>
            </a:pPr>
            <a:r>
              <a:t>  </a:t>
            </a:r>
            <a:r>
              <a:rPr>
                <a:solidFill>
                  <a:srgbClr val="569CD6"/>
                </a:solidFill>
              </a:rPr>
              <a:t>const</a:t>
            </a:r>
            <a:r>
              <a:t> </a:t>
            </a:r>
            <a:r>
              <a:rPr>
                <a:solidFill>
                  <a:srgbClr val="4FC1FF"/>
                </a:solidFill>
              </a:rPr>
              <a:t>a</a:t>
            </a:r>
            <a:r>
              <a:t> = </a:t>
            </a:r>
            <a:r>
              <a:rPr>
                <a:solidFill>
                  <a:srgbClr val="B5CEA8"/>
                </a:solidFill>
              </a:rPr>
              <a:t>90</a:t>
            </a:r>
            <a:r>
              <a:t>;</a:t>
            </a:r>
          </a:p>
          <a:p>
            <a:pPr>
              <a:defRPr sz="1400">
                <a:solidFill>
                  <a:srgbClr val="D4D4D4"/>
                </a:solidFill>
                <a:latin typeface="Consolas"/>
                <a:ea typeface="Consolas"/>
                <a:cs typeface="Consolas"/>
                <a:sym typeface="Consolas"/>
              </a:defRPr>
            </a:pPr>
            <a:r>
              <a:t>} </a:t>
            </a:r>
            <a:r>
              <a:rPr>
                <a:solidFill>
                  <a:srgbClr val="C586C0"/>
                </a:solidFill>
              </a:rPr>
              <a:t>catch</a:t>
            </a:r>
            <a:r>
              <a:t> (</a:t>
            </a:r>
            <a:r>
              <a:rPr>
                <a:solidFill>
                  <a:srgbClr val="9CDCFE"/>
                </a:solidFill>
              </a:rPr>
              <a:t>err</a:t>
            </a:r>
            <a:r>
              <a:t>) {</a:t>
            </a:r>
          </a:p>
          <a:p>
            <a:pPr>
              <a:defRPr sz="14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9CDCFE"/>
                </a:solidFill>
              </a:rPr>
              <a:t>err</a:t>
            </a:r>
            <a:r>
              <a:t>);</a:t>
            </a:r>
          </a:p>
          <a:p>
            <a:pPr>
              <a:defRPr sz="1400">
                <a:solidFill>
                  <a:srgbClr val="D4D4D4"/>
                </a:solidFill>
                <a:latin typeface="Consolas"/>
                <a:ea typeface="Consolas"/>
                <a:cs typeface="Consolas"/>
                <a:sym typeface="Consolas"/>
              </a:defRPr>
            </a:pPr>
            <a:r>
              <a:t>}</a:t>
            </a:r>
          </a:p>
          <a:p>
            <a:pPr>
              <a:defRPr sz="1400">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rgbClr val="D4D4D4"/>
                </a:solidFill>
              </a:rPr>
              <a:t>(</a:t>
            </a:r>
            <a:r>
              <a:rPr>
                <a:solidFill>
                  <a:srgbClr val="4FC1FF"/>
                </a:solidFill>
              </a:rPr>
              <a:t>a</a:t>
            </a:r>
            <a:r>
              <a:rPr>
                <a:solidFill>
                  <a:srgbClr val="D4D4D4"/>
                </a:solidFill>
              </a:rPr>
              <a:t>);</a:t>
            </a:r>
          </a:p>
        </p:txBody>
      </p:sp>
      <p:sp>
        <p:nvSpPr>
          <p:cNvPr id="794" name="TextBox 18"/>
          <p:cNvSpPr txBox="1"/>
          <p:nvPr/>
        </p:nvSpPr>
        <p:spPr>
          <a:xfrm>
            <a:off x="384104" y="3099647"/>
            <a:ext cx="2106094" cy="2621281"/>
          </a:xfrm>
          <a:prstGeom prst="rect">
            <a:avLst/>
          </a:prstGeom>
          <a:solidFill>
            <a:schemeClr val="accent1"/>
          </a:solidFill>
          <a:ln w="12700">
            <a:miter lim="400000"/>
          </a:ln>
          <a:extLst>
            <a:ext uri="{C572A759-6A51-4108-AA02-DFA0A04FC94B}">
              <ma14:wrappingTextBoxFlag xmlns:ma14="http://schemas.microsoft.com/office/mac/drawingml/2011/main" val="1"/>
            </a:ext>
          </a:extLst>
        </p:spPr>
        <p:txBody>
          <a:bodyPr tIns="91439" bIns="91439">
            <a:spAutoFit/>
          </a:bodyPr>
          <a:lstStyle/>
          <a:p>
            <a:pPr algn="ctr">
              <a:defRPr sz="2600">
                <a:solidFill>
                  <a:srgbClr val="FFFFFF"/>
                </a:solidFill>
              </a:defRPr>
            </a:pPr>
            <a:r>
              <a:t>1.</a:t>
            </a:r>
          </a:p>
          <a:p>
            <a:pPr/>
          </a:p>
          <a:p>
            <a:pPr>
              <a:defRPr sz="1400">
                <a:solidFill>
                  <a:srgbClr val="569CD6"/>
                </a:solidFill>
                <a:latin typeface="Consolas"/>
                <a:ea typeface="Consolas"/>
                <a:cs typeface="Consolas"/>
                <a:sym typeface="Consolas"/>
              </a:defRPr>
            </a:pPr>
            <a:r>
              <a:t>var</a:t>
            </a:r>
            <a:r>
              <a:rPr>
                <a:solidFill>
                  <a:srgbClr val="D4D4D4"/>
                </a:solidFill>
              </a:rPr>
              <a:t> </a:t>
            </a:r>
            <a:r>
              <a:rPr>
                <a:solidFill>
                  <a:srgbClr val="9CDCFE"/>
                </a:solidFill>
              </a:rPr>
              <a:t>a</a:t>
            </a:r>
            <a:r>
              <a:rPr>
                <a:solidFill>
                  <a:srgbClr val="D4D4D4"/>
                </a:solidFill>
              </a:rPr>
              <a:t> = </a:t>
            </a:r>
            <a:r>
              <a:rPr>
                <a:solidFill>
                  <a:srgbClr val="B5CEA8"/>
                </a:solidFill>
              </a:rPr>
              <a:t>42</a:t>
            </a:r>
            <a:r>
              <a:rPr>
                <a:solidFill>
                  <a:srgbClr val="D4D4D4"/>
                </a:solidFill>
              </a:rPr>
              <a:t>;</a:t>
            </a:r>
            <a:endParaRPr>
              <a:solidFill>
                <a:srgbClr val="D4D4D4"/>
              </a:solidFill>
            </a:endParaRPr>
          </a:p>
          <a:p>
            <a:pPr>
              <a:defRPr sz="1400">
                <a:solidFill>
                  <a:srgbClr val="C586C0"/>
                </a:solidFill>
                <a:latin typeface="Consolas"/>
                <a:ea typeface="Consolas"/>
                <a:cs typeface="Consolas"/>
                <a:sym typeface="Consolas"/>
              </a:defRPr>
            </a:pPr>
            <a:r>
              <a:t>try</a:t>
            </a:r>
            <a:r>
              <a:rPr>
                <a:solidFill>
                  <a:srgbClr val="D4D4D4"/>
                </a:solidFill>
              </a:rPr>
              <a:t> {</a:t>
            </a:r>
            <a:endParaRPr>
              <a:solidFill>
                <a:srgbClr val="D4D4D4"/>
              </a:solidFill>
            </a:endParaRPr>
          </a:p>
          <a:p>
            <a:pPr>
              <a:defRPr sz="1400">
                <a:solidFill>
                  <a:srgbClr val="D4D4D4"/>
                </a:solidFill>
                <a:latin typeface="Consolas"/>
                <a:ea typeface="Consolas"/>
                <a:cs typeface="Consolas"/>
                <a:sym typeface="Consolas"/>
              </a:defRPr>
            </a:pPr>
            <a:r>
              <a:t>  </a:t>
            </a:r>
            <a:r>
              <a:rPr>
                <a:solidFill>
                  <a:srgbClr val="569CD6"/>
                </a:solidFill>
              </a:rPr>
              <a:t>var</a:t>
            </a:r>
            <a:r>
              <a:t> </a:t>
            </a:r>
            <a:r>
              <a:rPr>
                <a:solidFill>
                  <a:srgbClr val="9CDCFE"/>
                </a:solidFill>
              </a:rPr>
              <a:t>a</a:t>
            </a:r>
            <a:r>
              <a:t> = </a:t>
            </a:r>
            <a:r>
              <a:rPr>
                <a:solidFill>
                  <a:srgbClr val="B5CEA8"/>
                </a:solidFill>
              </a:rPr>
              <a:t>90</a:t>
            </a:r>
            <a:r>
              <a:t>;</a:t>
            </a:r>
          </a:p>
          <a:p>
            <a:pPr>
              <a:defRPr sz="1400">
                <a:solidFill>
                  <a:srgbClr val="D4D4D4"/>
                </a:solidFill>
                <a:latin typeface="Consolas"/>
                <a:ea typeface="Consolas"/>
                <a:cs typeface="Consolas"/>
                <a:sym typeface="Consolas"/>
              </a:defRPr>
            </a:pPr>
            <a:r>
              <a:t>} </a:t>
            </a:r>
            <a:r>
              <a:rPr>
                <a:solidFill>
                  <a:srgbClr val="C586C0"/>
                </a:solidFill>
              </a:rPr>
              <a:t>catch</a:t>
            </a:r>
            <a:r>
              <a:t> (</a:t>
            </a:r>
            <a:r>
              <a:rPr>
                <a:solidFill>
                  <a:srgbClr val="9CDCFE"/>
                </a:solidFill>
              </a:rPr>
              <a:t>err</a:t>
            </a:r>
            <a:r>
              <a:t>) {</a:t>
            </a:r>
          </a:p>
          <a:p>
            <a:pPr>
              <a:defRPr sz="14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9CDCFE"/>
                </a:solidFill>
              </a:rPr>
              <a:t>err</a:t>
            </a:r>
            <a:r>
              <a:t>);</a:t>
            </a:r>
          </a:p>
          <a:p>
            <a:pPr>
              <a:defRPr sz="1400">
                <a:solidFill>
                  <a:srgbClr val="D4D4D4"/>
                </a:solidFill>
                <a:latin typeface="Consolas"/>
                <a:ea typeface="Consolas"/>
                <a:cs typeface="Consolas"/>
                <a:sym typeface="Consolas"/>
              </a:defRPr>
            </a:pPr>
            <a:r>
              <a:t>}</a:t>
            </a:r>
          </a:p>
          <a:p>
            <a:pPr>
              <a:defRPr sz="1400">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rgbClr val="D4D4D4"/>
                </a:solidFill>
              </a:rPr>
              <a:t>(</a:t>
            </a:r>
            <a:r>
              <a:t>a</a:t>
            </a:r>
            <a:r>
              <a:rPr>
                <a:solidFill>
                  <a:srgbClr val="D4D4D4"/>
                </a:solidFill>
              </a:rPr>
              <a:t>);</a:t>
            </a:r>
          </a:p>
        </p:txBody>
      </p:sp>
      <p:sp>
        <p:nvSpPr>
          <p:cNvPr id="795" name="TextBox 19"/>
          <p:cNvSpPr txBox="1"/>
          <p:nvPr/>
        </p:nvSpPr>
        <p:spPr>
          <a:xfrm>
            <a:off x="384104" y="2639720"/>
            <a:ext cx="2106094" cy="241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stStyle>
          <a:p>
            <a:pPr/>
            <a:r>
              <a:t>Function &amp; Global</a:t>
            </a:r>
          </a:p>
        </p:txBody>
      </p:sp>
      <p:sp>
        <p:nvSpPr>
          <p:cNvPr id="796" name="TextBox 20"/>
          <p:cNvSpPr txBox="1"/>
          <p:nvPr/>
        </p:nvSpPr>
        <p:spPr>
          <a:xfrm>
            <a:off x="2708183" y="2639718"/>
            <a:ext cx="9099713"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stStyle>
          <a:p>
            <a:pPr/>
            <a:r>
              <a:t>Block scope</a:t>
            </a:r>
          </a:p>
        </p:txBody>
      </p:sp>
      <p:sp>
        <p:nvSpPr>
          <p:cNvPr id="797" name="TextBox 21"/>
          <p:cNvSpPr txBox="1"/>
          <p:nvPr/>
        </p:nvSpPr>
        <p:spPr>
          <a:xfrm>
            <a:off x="384104" y="5727913"/>
            <a:ext cx="2106094" cy="2416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lstStyle>
          <a:p>
            <a:pPr/>
            <a:r>
              <a:t>* hoisting</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99" name="Text Placeholder 3"/>
          <p:cNvSpPr txBox="1"/>
          <p:nvPr>
            <p:ph type="sldNum" sz="quarter" idx="2"/>
          </p:nvPr>
        </p:nvSpPr>
        <p:spPr>
          <a:xfrm>
            <a:off x="11614025" y="6447522"/>
            <a:ext cx="127001"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00" name="Text Placeholder 2"/>
          <p:cNvSpPr txBox="1"/>
          <p:nvPr>
            <p:ph type="body" sz="quarter" idx="1"/>
          </p:nvPr>
        </p:nvSpPr>
        <p:spPr>
          <a:xfrm>
            <a:off x="457200" y="231494"/>
            <a:ext cx="3611880" cy="225706"/>
          </a:xfrm>
          <a:prstGeom prst="rect">
            <a:avLst/>
          </a:prstGeom>
        </p:spPr>
        <p:txBody>
          <a:bodyPr/>
          <a:lstStyle/>
          <a:p>
            <a:pPr/>
            <a:r>
              <a:t>JavaScript</a:t>
            </a:r>
          </a:p>
        </p:txBody>
      </p:sp>
      <p:sp>
        <p:nvSpPr>
          <p:cNvPr id="801" name="Title 1"/>
          <p:cNvSpPr txBox="1"/>
          <p:nvPr>
            <p:ph type="title"/>
          </p:nvPr>
        </p:nvSpPr>
        <p:spPr>
          <a:prstGeom prst="rect">
            <a:avLst/>
          </a:prstGeom>
        </p:spPr>
        <p:txBody>
          <a:bodyPr/>
          <a:lstStyle/>
          <a:p>
            <a:pPr/>
            <a:r>
              <a:t>Functions</a:t>
            </a:r>
          </a:p>
        </p:txBody>
      </p:sp>
      <p:sp>
        <p:nvSpPr>
          <p:cNvPr id="802" name="TextBox 3"/>
          <p:cNvSpPr txBox="1"/>
          <p:nvPr/>
        </p:nvSpPr>
        <p:spPr>
          <a:xfrm>
            <a:off x="457201" y="1059873"/>
            <a:ext cx="5143501" cy="54146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Functions are first-class citizens of JavaScript – can be:</a:t>
            </a:r>
          </a:p>
          <a:p>
            <a:pPr lvl="1" marL="742950" indent="-285750">
              <a:buSzPct val="100000"/>
              <a:buFont typeface="Arial"/>
              <a:buChar char="•"/>
            </a:pPr>
            <a:r>
              <a:t>passed as an argument</a:t>
            </a:r>
          </a:p>
          <a:p>
            <a:pPr lvl="1" marL="742950" indent="-285750">
              <a:buSzPct val="100000"/>
              <a:buFont typeface="Arial"/>
              <a:buChar char="•"/>
            </a:pPr>
            <a:r>
              <a:t>returned</a:t>
            </a:r>
          </a:p>
          <a:p>
            <a:pPr lvl="1" marL="742950" indent="-285750">
              <a:buSzPct val="100000"/>
              <a:buFont typeface="Arial"/>
              <a:buChar char="•"/>
            </a:pPr>
            <a:r>
              <a:t>assigned to a variable</a:t>
            </a:r>
          </a:p>
          <a:p>
            <a:pPr/>
          </a:p>
          <a:p>
            <a:pPr/>
            <a:r>
              <a:t>The number of arguments passed to a function depends on the caller (not the declaration)</a:t>
            </a:r>
          </a:p>
          <a:p>
            <a:pPr/>
          </a:p>
          <a:p>
            <a:pPr/>
            <a:r>
              <a:t>Highly depends on context from where it’s called:</a:t>
            </a:r>
          </a:p>
          <a:p>
            <a:pPr marL="285750" indent="-285750">
              <a:buSzPct val="100000"/>
              <a:buFont typeface="Arial"/>
              <a:buChar char="•"/>
            </a:pPr>
            <a:r>
              <a:t>„this” does not mean the same thing as in Java</a:t>
            </a:r>
          </a:p>
          <a:p>
            <a:pPr marL="285750" indent="-285750">
              <a:buSzPct val="100000"/>
              <a:buFont typeface="Arial"/>
              <a:buChar char="•"/>
            </a:pPr>
            <a:r>
              <a:t>(Re-)Define scope with:</a:t>
            </a:r>
          </a:p>
          <a:p>
            <a:pPr lvl="1" marL="742950" indent="-285750">
              <a:buSzPct val="100000"/>
              <a:buFont typeface="Arial"/>
              <a:buChar char="•"/>
            </a:pPr>
            <a:r>
              <a:t>Call</a:t>
            </a:r>
          </a:p>
          <a:p>
            <a:pPr lvl="1" marL="742950" indent="-285750">
              <a:buSzPct val="100000"/>
              <a:buFont typeface="Arial"/>
              <a:buChar char="•"/>
            </a:pPr>
            <a:r>
              <a:t>Apply</a:t>
            </a:r>
          </a:p>
          <a:p>
            <a:pPr lvl="1" marL="742950" indent="-285750">
              <a:buSzPct val="100000"/>
              <a:buFont typeface="Arial"/>
              <a:buChar char="•"/>
            </a:pPr>
            <a:r>
              <a:t>Bind</a:t>
            </a:r>
          </a:p>
          <a:p>
            <a:pPr lvl="1" marL="742950" indent="-285750">
              <a:buSzPct val="100000"/>
              <a:buFont typeface="Arial"/>
              <a:buChar char="•"/>
            </a:pPr>
          </a:p>
          <a:p>
            <a:pPr lvl="1" marL="742950" indent="-285750">
              <a:buSzPct val="100000"/>
              <a:buFont typeface="Arial"/>
              <a:buChar char="•"/>
            </a:pPr>
          </a:p>
          <a:p>
            <a:pPr/>
          </a:p>
          <a:p>
            <a:pPr/>
          </a:p>
          <a:p>
            <a:pPr>
              <a:defRPr sz="1200"/>
            </a:pPr>
            <a:r>
              <a:rPr u="sng">
                <a:solidFill>
                  <a:schemeClr val="accent2"/>
                </a:solidFill>
                <a:uFill>
                  <a:solidFill>
                    <a:schemeClr val="accent2"/>
                  </a:solidFill>
                </a:uFill>
                <a:hlinkClick r:id="rId2" invalidUrl="" action="" tgtFrame="" tooltip="" history="1" highlightClick="0" endSnd="0"/>
              </a:rPr>
              <a:t>https://developer.mozilla.org/en-US/docs/Web/JavaScript/Reference/Functions</a:t>
            </a:r>
          </a:p>
        </p:txBody>
      </p:sp>
      <p:sp>
        <p:nvSpPr>
          <p:cNvPr id="803" name="TextBox 10"/>
          <p:cNvSpPr txBox="1"/>
          <p:nvPr/>
        </p:nvSpPr>
        <p:spPr>
          <a:xfrm>
            <a:off x="6321829" y="914399"/>
            <a:ext cx="5561214" cy="5768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Font typeface="Arial"/>
              <a:buChar char="•"/>
              <a:defRPr>
                <a:solidFill>
                  <a:srgbClr val="FFFFFF"/>
                </a:solidFill>
              </a:defRPr>
            </a:pPr>
            <a:r>
              <a:t>Function declaration</a:t>
            </a:r>
          </a:p>
          <a:p>
            <a:pPr lvl="1">
              <a:defRPr sz="1400">
                <a:solidFill>
                  <a:srgbClr val="569CD6"/>
                </a:solidFill>
                <a:latin typeface="Consolas"/>
                <a:ea typeface="Consolas"/>
                <a:cs typeface="Consolas"/>
                <a:sym typeface="Consolas"/>
              </a:defRPr>
            </a:pPr>
            <a:r>
              <a:t>function</a:t>
            </a:r>
            <a:r>
              <a:rPr>
                <a:solidFill>
                  <a:srgbClr val="D4D4D4"/>
                </a:solidFill>
              </a:rPr>
              <a:t> </a:t>
            </a:r>
            <a:r>
              <a:rPr>
                <a:solidFill>
                  <a:srgbClr val="DCDCAA"/>
                </a:solidFill>
              </a:rPr>
              <a:t>myFunction</a:t>
            </a:r>
            <a:r>
              <a:rPr>
                <a:solidFill>
                  <a:srgbClr val="D4D4D4"/>
                </a:solidFill>
              </a:rPr>
              <a:t>(</a:t>
            </a:r>
            <a:r>
              <a:rPr>
                <a:solidFill>
                  <a:srgbClr val="9CDCFE"/>
                </a:solidFill>
              </a:rPr>
              <a:t>param1</a:t>
            </a:r>
            <a:r>
              <a:rPr>
                <a:solidFill>
                  <a:srgbClr val="D4D4D4"/>
                </a:solidFill>
              </a:rPr>
              <a:t>, </a:t>
            </a:r>
            <a:r>
              <a:rPr>
                <a:solidFill>
                  <a:srgbClr val="9CDCFE"/>
                </a:solidFill>
              </a:rPr>
              <a:t>param2</a:t>
            </a:r>
            <a:r>
              <a:rPr>
                <a:solidFill>
                  <a:srgbClr val="D4D4D4"/>
                </a:solidFill>
              </a:rPr>
              <a:t>) {...}</a:t>
            </a:r>
            <a:endParaRPr>
              <a:solidFill>
                <a:srgbClr val="FFFFFF"/>
              </a:solidFill>
            </a:endParaRPr>
          </a:p>
          <a:p>
            <a:pPr marL="285750" indent="-285750">
              <a:buSzPct val="100000"/>
              <a:buFont typeface="Arial"/>
              <a:buChar char="•"/>
              <a:defRPr>
                <a:solidFill>
                  <a:srgbClr val="FFFFFF"/>
                </a:solidFill>
              </a:defRPr>
            </a:pPr>
            <a:r>
              <a:t>Function expression (anonymous, IIFE)</a:t>
            </a:r>
          </a:p>
          <a:p>
            <a:pPr lvl="1">
              <a:defRPr sz="1400">
                <a:solidFill>
                  <a:srgbClr val="569CD6"/>
                </a:solidFill>
                <a:latin typeface="Consolas"/>
                <a:ea typeface="Consolas"/>
                <a:cs typeface="Consolas"/>
                <a:sym typeface="Consolas"/>
              </a:defRPr>
            </a:pPr>
            <a:r>
              <a:t>const</a:t>
            </a:r>
            <a:r>
              <a:rPr>
                <a:solidFill>
                  <a:srgbClr val="D4D4D4"/>
                </a:solidFill>
              </a:rPr>
              <a:t> </a:t>
            </a:r>
            <a:r>
              <a:rPr>
                <a:solidFill>
                  <a:srgbClr val="DCDCAA"/>
                </a:solidFill>
              </a:rPr>
              <a:t>myFunction</a:t>
            </a:r>
            <a:r>
              <a:rPr>
                <a:solidFill>
                  <a:srgbClr val="D4D4D4"/>
                </a:solidFill>
              </a:rPr>
              <a:t> = </a:t>
            </a:r>
            <a:r>
              <a:t>function</a:t>
            </a:r>
            <a:r>
              <a:rPr>
                <a:solidFill>
                  <a:srgbClr val="D4D4D4"/>
                </a:solidFill>
              </a:rPr>
              <a:t>(</a:t>
            </a:r>
            <a:r>
              <a:rPr>
                <a:solidFill>
                  <a:srgbClr val="9CDCFE"/>
                </a:solidFill>
              </a:rPr>
              <a:t>param1</a:t>
            </a:r>
            <a:r>
              <a:rPr>
                <a:solidFill>
                  <a:srgbClr val="D4D4D4"/>
                </a:solidFill>
              </a:rPr>
              <a:t>, </a:t>
            </a:r>
            <a:r>
              <a:rPr>
                <a:solidFill>
                  <a:srgbClr val="9CDCFE"/>
                </a:solidFill>
              </a:rPr>
              <a:t>param2</a:t>
            </a:r>
            <a:r>
              <a:rPr>
                <a:solidFill>
                  <a:srgbClr val="D4D4D4"/>
                </a:solidFill>
              </a:rPr>
              <a:t>) {</a:t>
            </a:r>
            <a:r>
              <a:rPr>
                <a:solidFill>
                  <a:srgbClr val="D4D4D4"/>
                </a:solidFill>
              </a:rPr>
              <a:t>...</a:t>
            </a:r>
            <a:r>
              <a:rPr>
                <a:solidFill>
                  <a:srgbClr val="D4D4D4"/>
                </a:solidFill>
              </a:rPr>
              <a:t>};</a:t>
            </a:r>
            <a:endParaRPr>
              <a:solidFill>
                <a:srgbClr val="FFFFFF"/>
              </a:solidFill>
            </a:endParaRPr>
          </a:p>
          <a:p>
            <a:pPr marL="285750" indent="-285750">
              <a:buSzPct val="100000"/>
              <a:buFont typeface="Arial"/>
              <a:buChar char="•"/>
              <a:defRPr>
                <a:solidFill>
                  <a:srgbClr val="FFFFFF"/>
                </a:solidFill>
              </a:defRPr>
            </a:pPr>
            <a:r>
              <a:t>Shorthand method definition</a:t>
            </a:r>
          </a:p>
          <a:p>
            <a:pPr lvl="1">
              <a:defRPr sz="1400">
                <a:solidFill>
                  <a:srgbClr val="569CD6"/>
                </a:solidFill>
                <a:latin typeface="Consolas"/>
                <a:ea typeface="Consolas"/>
                <a:cs typeface="Consolas"/>
                <a:sym typeface="Consolas"/>
              </a:defRPr>
            </a:pPr>
            <a:r>
              <a:t>const</a:t>
            </a:r>
            <a:r>
              <a:rPr>
                <a:solidFill>
                  <a:srgbClr val="D4D4D4"/>
                </a:solidFill>
              </a:rPr>
              <a:t> </a:t>
            </a:r>
            <a:r>
              <a:rPr>
                <a:solidFill>
                  <a:srgbClr val="4FC1FF"/>
                </a:solidFill>
              </a:rPr>
              <a:t>collection</a:t>
            </a:r>
            <a:r>
              <a:rPr>
                <a:solidFill>
                  <a:srgbClr val="D4D4D4"/>
                </a:solidFill>
              </a:rPr>
              <a:t> = {</a:t>
            </a:r>
            <a:br>
              <a:rPr>
                <a:solidFill>
                  <a:srgbClr val="D4D4D4"/>
                </a:solidFill>
              </a:rPr>
            </a:br>
            <a:r>
              <a:rPr>
                <a:solidFill>
                  <a:srgbClr val="D4D4D4"/>
                </a:solidFill>
              </a:rPr>
              <a:t>  </a:t>
            </a:r>
            <a:r>
              <a:rPr>
                <a:solidFill>
                  <a:srgbClr val="DCDCAA"/>
                </a:solidFill>
              </a:rPr>
              <a:t>myFunction</a:t>
            </a:r>
            <a:r>
              <a:rPr>
                <a:solidFill>
                  <a:srgbClr val="9CDCFE"/>
                </a:solidFill>
              </a:rPr>
              <a:t>:</a:t>
            </a:r>
            <a:r>
              <a:rPr>
                <a:solidFill>
                  <a:srgbClr val="D4D4D4"/>
                </a:solidFill>
              </a:rPr>
              <a:t> </a:t>
            </a:r>
            <a:r>
              <a:t>function</a:t>
            </a:r>
            <a:r>
              <a:rPr>
                <a:solidFill>
                  <a:srgbClr val="D4D4D4"/>
                </a:solidFill>
              </a:rPr>
              <a:t>(</a:t>
            </a:r>
            <a:r>
              <a:rPr>
                <a:solidFill>
                  <a:srgbClr val="9CDCFE"/>
                </a:solidFill>
              </a:rPr>
              <a:t>param1</a:t>
            </a:r>
            <a:r>
              <a:rPr>
                <a:solidFill>
                  <a:srgbClr val="D4D4D4"/>
                </a:solidFill>
              </a:rPr>
              <a:t>, </a:t>
            </a:r>
            <a:r>
              <a:rPr>
                <a:solidFill>
                  <a:srgbClr val="9CDCFE"/>
                </a:solidFill>
              </a:rPr>
              <a:t>param2</a:t>
            </a:r>
            <a:r>
              <a:rPr>
                <a:solidFill>
                  <a:srgbClr val="D4D4D4"/>
                </a:solidFill>
              </a:rPr>
              <a:t>)</a:t>
            </a:r>
            <a:r>
              <a:rPr>
                <a:solidFill>
                  <a:srgbClr val="D4D4D4"/>
                </a:solidFill>
              </a:rPr>
              <a:t> </a:t>
            </a:r>
            <a:r>
              <a:rPr>
                <a:solidFill>
                  <a:srgbClr val="D4D4D4"/>
                </a:solidFill>
              </a:rPr>
              <a:t>{</a:t>
            </a:r>
            <a:r>
              <a:rPr>
                <a:solidFill>
                  <a:srgbClr val="D4D4D4"/>
                </a:solidFill>
              </a:rPr>
              <a:t>...</a:t>
            </a:r>
            <a:r>
              <a:rPr>
                <a:solidFill>
                  <a:srgbClr val="D4D4D4"/>
                </a:solidFill>
              </a:rPr>
              <a:t>},</a:t>
            </a:r>
            <a:br>
              <a:rPr>
                <a:solidFill>
                  <a:srgbClr val="D4D4D4"/>
                </a:solidFill>
              </a:rPr>
            </a:br>
            <a:r>
              <a:rPr>
                <a:solidFill>
                  <a:srgbClr val="D4D4D4"/>
                </a:solidFill>
              </a:rPr>
              <a:t>};</a:t>
            </a:r>
            <a:endParaRPr>
              <a:solidFill>
                <a:srgbClr val="FFFFFF"/>
              </a:solidFill>
            </a:endParaRPr>
          </a:p>
          <a:p>
            <a:pPr marL="285750" indent="-285750">
              <a:buSzPct val="100000"/>
              <a:buFont typeface="Arial"/>
              <a:buChar char="•"/>
              <a:defRPr>
                <a:solidFill>
                  <a:srgbClr val="FFFFFF"/>
                </a:solidFill>
              </a:defRPr>
            </a:pPr>
            <a:r>
              <a:t>Arrow function</a:t>
            </a:r>
          </a:p>
          <a:p>
            <a:pPr lvl="1">
              <a:defRPr sz="1400">
                <a:solidFill>
                  <a:srgbClr val="569CD6"/>
                </a:solidFill>
                <a:latin typeface="Consolas"/>
                <a:ea typeface="Consolas"/>
                <a:cs typeface="Consolas"/>
                <a:sym typeface="Consolas"/>
              </a:defRPr>
            </a:pPr>
            <a:r>
              <a:t>const</a:t>
            </a:r>
            <a:r>
              <a:rPr>
                <a:solidFill>
                  <a:srgbClr val="D4D4D4"/>
                </a:solidFill>
              </a:rPr>
              <a:t> </a:t>
            </a:r>
            <a:r>
              <a:rPr>
                <a:solidFill>
                  <a:srgbClr val="DCDCAA"/>
                </a:solidFill>
              </a:rPr>
              <a:t>myFunction</a:t>
            </a:r>
            <a:r>
              <a:rPr>
                <a:solidFill>
                  <a:srgbClr val="D4D4D4"/>
                </a:solidFill>
              </a:rPr>
              <a:t> = () </a:t>
            </a:r>
            <a:r>
              <a:t>=&gt;</a:t>
            </a:r>
            <a:r>
              <a:rPr>
                <a:solidFill>
                  <a:srgbClr val="D4D4D4"/>
                </a:solidFill>
              </a:rPr>
              <a:t> {</a:t>
            </a:r>
            <a:r>
              <a:rPr>
                <a:solidFill>
                  <a:srgbClr val="D4D4D4"/>
                </a:solidFill>
              </a:rPr>
              <a:t>...</a:t>
            </a:r>
            <a:r>
              <a:rPr>
                <a:solidFill>
                  <a:srgbClr val="D4D4D4"/>
                </a:solidFill>
              </a:rPr>
              <a:t>};</a:t>
            </a:r>
            <a:endParaRPr>
              <a:solidFill>
                <a:srgbClr val="FFFFFF"/>
              </a:solidFill>
            </a:endParaRPr>
          </a:p>
          <a:p>
            <a:pPr marL="285750" indent="-285750">
              <a:buSzPct val="100000"/>
              <a:buFont typeface="Arial"/>
              <a:buChar char="•"/>
              <a:defRPr>
                <a:solidFill>
                  <a:srgbClr val="FFFFFF"/>
                </a:solidFill>
              </a:defRPr>
            </a:pPr>
            <a:r>
              <a:t>Generator function</a:t>
            </a:r>
          </a:p>
          <a:p>
            <a:pPr lvl="1">
              <a:defRPr sz="1400">
                <a:solidFill>
                  <a:srgbClr val="FFFFFF"/>
                </a:solidFill>
              </a:defRPr>
            </a:pPr>
            <a:r>
              <a:t>Returns a generator object</a:t>
            </a:r>
          </a:p>
          <a:p>
            <a:pPr lvl="1">
              <a:defRPr sz="1400">
                <a:solidFill>
                  <a:srgbClr val="FFFFFF"/>
                </a:solidFill>
              </a:defRPr>
            </a:pPr>
            <a:r>
              <a:t>Can be exited and re-entered</a:t>
            </a:r>
          </a:p>
          <a:p>
            <a:pPr lvl="1">
              <a:defRPr sz="1400">
                <a:solidFill>
                  <a:srgbClr val="FFFFFF"/>
                </a:solidFill>
              </a:defRPr>
            </a:pPr>
            <a:r>
              <a:t>Save context across re-entrances</a:t>
            </a:r>
          </a:p>
          <a:p>
            <a:pPr marL="285750" indent="-285750">
              <a:buSzPct val="100000"/>
              <a:buFont typeface="Arial"/>
              <a:buChar char="•"/>
              <a:defRPr>
                <a:solidFill>
                  <a:srgbClr val="FFFFFF"/>
                </a:solidFill>
              </a:defRPr>
            </a:pPr>
            <a:r>
              <a:t>Function as object instance</a:t>
            </a:r>
          </a:p>
          <a:p>
            <a:pPr lvl="1">
              <a:defRPr sz="1400">
                <a:solidFill>
                  <a:srgbClr val="569CD6"/>
                </a:solidFill>
                <a:latin typeface="Consolas"/>
                <a:ea typeface="Consolas"/>
                <a:cs typeface="Consolas"/>
                <a:sym typeface="Consolas"/>
              </a:defRPr>
            </a:pPr>
            <a:r>
              <a:t>const</a:t>
            </a:r>
            <a:r>
              <a:rPr>
                <a:solidFill>
                  <a:srgbClr val="D4D4D4"/>
                </a:solidFill>
              </a:rPr>
              <a:t> </a:t>
            </a:r>
            <a:r>
              <a:rPr>
                <a:solidFill>
                  <a:srgbClr val="4FC1FF"/>
                </a:solidFill>
              </a:rPr>
              <a:t>numberA</a:t>
            </a:r>
            <a:r>
              <a:rPr>
                <a:solidFill>
                  <a:srgbClr val="D4D4D4"/>
                </a:solidFill>
              </a:rPr>
              <a:t> = </a:t>
            </a:r>
            <a:r>
              <a:rPr>
                <a:solidFill>
                  <a:srgbClr val="CE9178"/>
                </a:solidFill>
              </a:rPr>
              <a:t>"numberA"</a:t>
            </a:r>
            <a:r>
              <a:rPr>
                <a:solidFill>
                  <a:srgbClr val="D4D4D4"/>
                </a:solidFill>
              </a:rPr>
              <a:t>;</a:t>
            </a:r>
            <a:br>
              <a:rPr>
                <a:solidFill>
                  <a:srgbClr val="D4D4D4"/>
                </a:solidFill>
              </a:rPr>
            </a:br>
            <a:r>
              <a:t>const</a:t>
            </a:r>
            <a:r>
              <a:rPr>
                <a:solidFill>
                  <a:srgbClr val="D4D4D4"/>
                </a:solidFill>
              </a:rPr>
              <a:t> </a:t>
            </a:r>
            <a:r>
              <a:rPr>
                <a:solidFill>
                  <a:srgbClr val="4FC1FF"/>
                </a:solidFill>
              </a:rPr>
              <a:t>numberB</a:t>
            </a:r>
            <a:r>
              <a:rPr>
                <a:solidFill>
                  <a:srgbClr val="D4D4D4"/>
                </a:solidFill>
              </a:rPr>
              <a:t> = </a:t>
            </a:r>
            <a:r>
              <a:rPr>
                <a:solidFill>
                  <a:srgbClr val="CE9178"/>
                </a:solidFill>
              </a:rPr>
              <a:t>"numberB"</a:t>
            </a:r>
            <a:r>
              <a:rPr>
                <a:solidFill>
                  <a:srgbClr val="D4D4D4"/>
                </a:solidFill>
              </a:rPr>
              <a:t>;</a:t>
            </a:r>
            <a:br>
              <a:rPr>
                <a:solidFill>
                  <a:srgbClr val="D4D4D4"/>
                </a:solidFill>
              </a:rPr>
            </a:br>
            <a:r>
              <a:t>const</a:t>
            </a:r>
            <a:r>
              <a:rPr>
                <a:solidFill>
                  <a:srgbClr val="D4D4D4"/>
                </a:solidFill>
              </a:rPr>
              <a:t> </a:t>
            </a:r>
            <a:r>
              <a:rPr>
                <a:solidFill>
                  <a:srgbClr val="4FC1FF"/>
                </a:solidFill>
              </a:rPr>
              <a:t>sumFunction</a:t>
            </a:r>
            <a:r>
              <a:rPr>
                <a:solidFill>
                  <a:srgbClr val="D4D4D4"/>
                </a:solidFill>
              </a:rPr>
              <a:t> = </a:t>
            </a:r>
            <a:r>
              <a:t>new</a:t>
            </a:r>
            <a:r>
              <a:rPr>
                <a:solidFill>
                  <a:srgbClr val="D4D4D4"/>
                </a:solidFill>
              </a:rPr>
              <a:t> </a:t>
            </a:r>
            <a:r>
              <a:rPr>
                <a:solidFill>
                  <a:srgbClr val="4EC9B0"/>
                </a:solidFill>
              </a:rPr>
              <a:t>Function</a:t>
            </a:r>
            <a:r>
              <a:rPr>
                <a:solidFill>
                  <a:srgbClr val="D4D4D4"/>
                </a:solidFill>
              </a:rPr>
              <a:t>(</a:t>
            </a:r>
            <a:br>
              <a:rPr>
                <a:solidFill>
                  <a:srgbClr val="D4D4D4"/>
                </a:solidFill>
              </a:rPr>
            </a:br>
            <a:r>
              <a:rPr>
                <a:solidFill>
                  <a:srgbClr val="D4D4D4"/>
                </a:solidFill>
              </a:rPr>
              <a:t>  </a:t>
            </a:r>
            <a:r>
              <a:rPr>
                <a:solidFill>
                  <a:srgbClr val="4FC1FF"/>
                </a:solidFill>
              </a:rPr>
              <a:t>numberA</a:t>
            </a:r>
            <a:r>
              <a:rPr>
                <a:solidFill>
                  <a:srgbClr val="D4D4D4"/>
                </a:solidFill>
              </a:rPr>
              <a:t>,</a:t>
            </a:r>
            <a:endParaRPr>
              <a:solidFill>
                <a:srgbClr val="D4D4D4"/>
              </a:solidFill>
            </a:endParaRPr>
          </a:p>
          <a:p>
            <a:pPr lvl="1">
              <a:defRPr sz="1400">
                <a:solidFill>
                  <a:srgbClr val="D4D4D4"/>
                </a:solidFill>
                <a:latin typeface="Consolas"/>
                <a:ea typeface="Consolas"/>
                <a:cs typeface="Consolas"/>
                <a:sym typeface="Consolas"/>
              </a:defRPr>
            </a:pPr>
            <a:r>
              <a:t>  </a:t>
            </a:r>
            <a:r>
              <a:rPr>
                <a:solidFill>
                  <a:srgbClr val="4FC1FF"/>
                </a:solidFill>
              </a:rPr>
              <a:t>numberB</a:t>
            </a:r>
            <a:r>
              <a:t>,</a:t>
            </a:r>
          </a:p>
          <a:p>
            <a:pPr lvl="1">
              <a:defRPr sz="1400">
                <a:solidFill>
                  <a:srgbClr val="D4D4D4"/>
                </a:solidFill>
                <a:latin typeface="Consolas"/>
                <a:ea typeface="Consolas"/>
                <a:cs typeface="Consolas"/>
                <a:sym typeface="Consolas"/>
              </a:defRPr>
            </a:pPr>
            <a:r>
              <a:t>  </a:t>
            </a:r>
            <a:r>
              <a:rPr>
                <a:solidFill>
                  <a:srgbClr val="CE9178"/>
                </a:solidFill>
              </a:rPr>
              <a:t>"return numberA + numberB„</a:t>
            </a:r>
            <a:endParaRPr>
              <a:solidFill>
                <a:srgbClr val="CE9178"/>
              </a:solidFill>
            </a:endParaRPr>
          </a:p>
          <a:p>
            <a:pPr lvl="1">
              <a:defRPr sz="1400">
                <a:solidFill>
                  <a:srgbClr val="D4D4D4"/>
                </a:solidFill>
                <a:latin typeface="Consolas"/>
                <a:ea typeface="Consolas"/>
                <a:cs typeface="Consolas"/>
                <a:sym typeface="Consolas"/>
              </a:defRPr>
            </a:pPr>
            <a:r>
              <a:t>);</a:t>
            </a:r>
            <a:br/>
            <a:r>
              <a:rPr>
                <a:solidFill>
                  <a:srgbClr val="DCDCAA"/>
                </a:solidFill>
              </a:rPr>
              <a:t>sumFunction</a:t>
            </a:r>
            <a:r>
              <a:t>(</a:t>
            </a:r>
            <a:r>
              <a:rPr>
                <a:solidFill>
                  <a:srgbClr val="B5CEA8"/>
                </a:solidFill>
              </a:rPr>
              <a:t>10</a:t>
            </a:r>
            <a:r>
              <a:t>, </a:t>
            </a:r>
            <a:r>
              <a:rPr>
                <a:solidFill>
                  <a:srgbClr val="B5CEA8"/>
                </a:solidFill>
              </a:rPr>
              <a:t>15</a:t>
            </a:r>
            <a:r>
              <a:t>);</a:t>
            </a:r>
            <a:r>
              <a:rPr>
                <a:solidFill>
                  <a:srgbClr val="6A9955"/>
                </a:solidFill>
              </a:rPr>
              <a:t> // =&gt; 25</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5" name="Text Placeholder 3"/>
          <p:cNvSpPr txBox="1"/>
          <p:nvPr>
            <p:ph type="sldNum" sz="quarter" idx="2"/>
          </p:nvPr>
        </p:nvSpPr>
        <p:spPr>
          <a:xfrm>
            <a:off x="11614025" y="6447522"/>
            <a:ext cx="127001"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06" name="Text Placeholder 1"/>
          <p:cNvSpPr txBox="1"/>
          <p:nvPr>
            <p:ph type="body" sz="quarter" idx="1"/>
          </p:nvPr>
        </p:nvSpPr>
        <p:spPr>
          <a:xfrm>
            <a:off x="457200" y="231494"/>
            <a:ext cx="3611880" cy="225706"/>
          </a:xfrm>
          <a:prstGeom prst="rect">
            <a:avLst/>
          </a:prstGeom>
        </p:spPr>
        <p:txBody>
          <a:bodyPr/>
          <a:lstStyle/>
          <a:p>
            <a:pPr/>
            <a:r>
              <a:t>JavaScript</a:t>
            </a:r>
          </a:p>
        </p:txBody>
      </p:sp>
      <p:sp>
        <p:nvSpPr>
          <p:cNvPr id="807" name="Title 2"/>
          <p:cNvSpPr txBox="1"/>
          <p:nvPr>
            <p:ph type="title"/>
          </p:nvPr>
        </p:nvSpPr>
        <p:spPr>
          <a:prstGeom prst="rect">
            <a:avLst/>
          </a:prstGeom>
        </p:spPr>
        <p:txBody>
          <a:bodyPr/>
          <a:lstStyle/>
          <a:p>
            <a:pPr/>
            <a:r>
              <a:t>Arrays</a:t>
            </a:r>
          </a:p>
        </p:txBody>
      </p:sp>
      <p:sp>
        <p:nvSpPr>
          <p:cNvPr id="808" name="TextBox 3"/>
          <p:cNvSpPr txBox="1"/>
          <p:nvPr/>
        </p:nvSpPr>
        <p:spPr>
          <a:xfrm>
            <a:off x="457201" y="1059873"/>
            <a:ext cx="5143501" cy="53948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The most likely used structured types after functions</a:t>
            </a:r>
          </a:p>
          <a:p>
            <a:pPr lvl="1" marL="628650" indent="-171450">
              <a:buSzPct val="100000"/>
              <a:buFont typeface="Arial"/>
              <a:buChar char="•"/>
            </a:pPr>
            <a:r>
              <a:t>Iterable object</a:t>
            </a:r>
          </a:p>
          <a:p>
            <a:pPr lvl="1" marL="628650" indent="-171450">
              <a:buSzPct val="100000"/>
              <a:buFont typeface="Arial"/>
              <a:buChar char="•"/>
            </a:pPr>
            <a:r>
              <a:t>Stores a collection of multiple items under a single variable name</a:t>
            </a:r>
          </a:p>
          <a:p>
            <a:pPr lvl="1" marL="628650" indent="-171450">
              <a:buSzPct val="100000"/>
              <a:buFont typeface="Arial"/>
              <a:buChar char="•"/>
            </a:pPr>
            <a:r>
              <a:t>Has members for performing common array operations</a:t>
            </a:r>
          </a:p>
          <a:p>
            <a:pPr/>
          </a:p>
          <a:p>
            <a:pPr/>
            <a:r>
              <a:t>Not primitive: resource type</a:t>
            </a:r>
          </a:p>
          <a:p>
            <a:pPr lvl="1" marL="742950" indent="-285750">
              <a:buSzPct val="100000"/>
              <a:buFont typeface="Arial"/>
              <a:buChar char="•"/>
            </a:pPr>
            <a:r>
              <a:t>Resizable and can contain a mix of different data types (not suggested – use typed arrays)</a:t>
            </a:r>
          </a:p>
          <a:p>
            <a:pPr lvl="1" marL="742950" indent="-285750">
              <a:buSzPct val="100000"/>
              <a:buFont typeface="Arial"/>
              <a:buChar char="•"/>
            </a:pPr>
            <a:r>
              <a:t>Elements must be accessed using nonnegative integers</a:t>
            </a:r>
          </a:p>
          <a:p>
            <a:pPr lvl="1" marL="742950" indent="-285750">
              <a:buSzPct val="100000"/>
              <a:buFont typeface="Arial"/>
              <a:buChar char="•"/>
            </a:pPr>
            <a:r>
              <a:t>Zero indexed</a:t>
            </a:r>
          </a:p>
          <a:p>
            <a:pPr lvl="1" marL="742950" indent="-285750">
              <a:buSzPct val="100000"/>
              <a:buFont typeface="Arial"/>
              <a:buChar char="•"/>
            </a:pPr>
            <a:r>
              <a:t>Array-copy:</a:t>
            </a:r>
          </a:p>
          <a:p>
            <a:pPr lvl="2" marL="1200150" indent="-285750">
              <a:buSzPct val="100000"/>
              <a:buFont typeface="Arial"/>
              <a:buChar char="•"/>
            </a:pPr>
            <a:r>
              <a:t>shallow copy</a:t>
            </a:r>
            <a:r>
              <a:t> (spread operator)</a:t>
            </a:r>
          </a:p>
          <a:p>
            <a:pPr lvl="2" marL="1200150" indent="-285750">
              <a:buSzPct val="100000"/>
              <a:buFont typeface="Arial"/>
              <a:buChar char="•"/>
            </a:pPr>
            <a:r>
              <a:t>Deep clone (</a:t>
            </a:r>
            <a:r>
              <a:rPr u="sng">
                <a:solidFill>
                  <a:schemeClr val="accent2"/>
                </a:solidFill>
                <a:uFill>
                  <a:solidFill>
                    <a:schemeClr val="accent2"/>
                  </a:solidFill>
                </a:uFill>
                <a:hlinkClick r:id="rId2" invalidUrl="" action="" tgtFrame="" tooltip="" history="1" highlightClick="0" endSnd="0"/>
              </a:rPr>
              <a:t>structuredClone</a:t>
            </a:r>
            <a:r>
              <a:t>)</a:t>
            </a:r>
          </a:p>
          <a:p>
            <a:pPr/>
          </a:p>
          <a:p>
            <a:pPr/>
          </a:p>
          <a:p>
            <a:pPr>
              <a:defRPr sz="1000"/>
            </a:pPr>
            <a:r>
              <a:rPr u="sng">
                <a:solidFill>
                  <a:schemeClr val="accent2"/>
                </a:solidFill>
                <a:uFill>
                  <a:solidFill>
                    <a:schemeClr val="accent2"/>
                  </a:solidFill>
                </a:uFill>
                <a:hlinkClick r:id="rId3" invalidUrl="" action="" tgtFrame="" tooltip="" history="1" highlightClick="0" endSnd="0"/>
              </a:rPr>
              <a:t>https://developer.mozilla.org/en-US/docs/Web/JavaScript/Reference/Global_Objects/Array</a:t>
            </a:r>
          </a:p>
        </p:txBody>
      </p:sp>
      <p:sp>
        <p:nvSpPr>
          <p:cNvPr id="809" name="TextBox 4"/>
          <p:cNvSpPr txBox="1"/>
          <p:nvPr/>
        </p:nvSpPr>
        <p:spPr>
          <a:xfrm>
            <a:off x="6331065" y="905164"/>
            <a:ext cx="5561213" cy="533554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buSzPct val="100000"/>
              <a:buFont typeface="Arial"/>
              <a:buChar char="•"/>
              <a:defRPr>
                <a:solidFill>
                  <a:srgbClr val="FFFFFF"/>
                </a:solidFill>
              </a:defRPr>
            </a:pPr>
            <a:r>
              <a:t>Definitions:</a:t>
            </a:r>
          </a:p>
          <a:p>
            <a:pPr lvl="1">
              <a:defRPr sz="1400">
                <a:solidFill>
                  <a:srgbClr val="569CD6"/>
                </a:solidFill>
                <a:latin typeface="Consolas"/>
                <a:ea typeface="Consolas"/>
                <a:cs typeface="Consolas"/>
                <a:sym typeface="Consolas"/>
              </a:defRPr>
            </a:pPr>
            <a:r>
              <a:t>const</a:t>
            </a:r>
            <a:r>
              <a:rPr>
                <a:solidFill>
                  <a:srgbClr val="D4D4D4"/>
                </a:solidFill>
              </a:rPr>
              <a:t> </a:t>
            </a:r>
            <a:r>
              <a:rPr>
                <a:solidFill>
                  <a:srgbClr val="4FC1FF"/>
                </a:solidFill>
              </a:rPr>
              <a:t>array</a:t>
            </a:r>
            <a:r>
              <a:rPr>
                <a:solidFill>
                  <a:srgbClr val="D4D4D4"/>
                </a:solidFill>
              </a:rPr>
              <a:t> = [];</a:t>
            </a:r>
            <a:endParaRPr>
              <a:solidFill>
                <a:srgbClr val="D4D4D4"/>
              </a:solidFill>
            </a:endParaRPr>
          </a:p>
          <a:p>
            <a:pPr lvl="1">
              <a:defRPr sz="1400">
                <a:solidFill>
                  <a:srgbClr val="569CD6"/>
                </a:solidFill>
                <a:latin typeface="Consolas"/>
                <a:ea typeface="Consolas"/>
                <a:cs typeface="Consolas"/>
                <a:sym typeface="Consolas"/>
              </a:defRPr>
            </a:pPr>
            <a:r>
              <a:t>const</a:t>
            </a:r>
            <a:r>
              <a:rPr>
                <a:solidFill>
                  <a:srgbClr val="D4D4D4"/>
                </a:solidFill>
              </a:rPr>
              <a:t> </a:t>
            </a:r>
            <a:r>
              <a:rPr>
                <a:solidFill>
                  <a:srgbClr val="4FC1FF"/>
                </a:solidFill>
              </a:rPr>
              <a:t>array2</a:t>
            </a:r>
            <a:r>
              <a:rPr>
                <a:solidFill>
                  <a:srgbClr val="D4D4D4"/>
                </a:solidFill>
              </a:rPr>
              <a:t> = </a:t>
            </a:r>
            <a:r>
              <a:t>new</a:t>
            </a:r>
            <a:r>
              <a:rPr>
                <a:solidFill>
                  <a:srgbClr val="D4D4D4"/>
                </a:solidFill>
              </a:rPr>
              <a:t> </a:t>
            </a:r>
            <a:r>
              <a:rPr>
                <a:solidFill>
                  <a:srgbClr val="4EC9B0"/>
                </a:solidFill>
              </a:rPr>
              <a:t>Array</a:t>
            </a:r>
            <a:r>
              <a:rPr>
                <a:solidFill>
                  <a:srgbClr val="D4D4D4"/>
                </a:solidFill>
              </a:rPr>
              <a:t>();</a:t>
            </a:r>
            <a:endParaRPr>
              <a:solidFill>
                <a:srgbClr val="FFFFFF"/>
              </a:solidFill>
            </a:endParaRPr>
          </a:p>
          <a:p>
            <a:pPr marL="285750" indent="-285750">
              <a:buSzPct val="100000"/>
              <a:buFont typeface="Arial"/>
              <a:buChar char="•"/>
              <a:defRPr>
                <a:solidFill>
                  <a:srgbClr val="FFFFFF"/>
                </a:solidFill>
              </a:defRPr>
            </a:pPr>
            <a:r>
              <a:t>Traversing</a:t>
            </a:r>
          </a:p>
          <a:p>
            <a:pPr lvl="1">
              <a:defRPr sz="1400">
                <a:solidFill>
                  <a:srgbClr val="C586C0"/>
                </a:solidFill>
                <a:latin typeface="Consolas"/>
                <a:ea typeface="Consolas"/>
                <a:cs typeface="Consolas"/>
                <a:sym typeface="Consolas"/>
              </a:defRPr>
            </a:pPr>
            <a:r>
              <a:t>for</a:t>
            </a:r>
            <a:r>
              <a:rPr>
                <a:solidFill>
                  <a:srgbClr val="D4D4D4"/>
                </a:solidFill>
              </a:rPr>
              <a:t> (</a:t>
            </a:r>
            <a:r>
              <a:rPr>
                <a:solidFill>
                  <a:srgbClr val="569CD6"/>
                </a:solidFill>
              </a:rPr>
              <a:t>let</a:t>
            </a:r>
            <a:r>
              <a:rPr>
                <a:solidFill>
                  <a:srgbClr val="D4D4D4"/>
                </a:solidFill>
              </a:rPr>
              <a:t> </a:t>
            </a:r>
            <a:r>
              <a:rPr>
                <a:solidFill>
                  <a:srgbClr val="9CDCFE"/>
                </a:solidFill>
              </a:rPr>
              <a:t>i</a:t>
            </a:r>
            <a:r>
              <a:rPr>
                <a:solidFill>
                  <a:srgbClr val="D4D4D4"/>
                </a:solidFill>
              </a:rPr>
              <a:t>=</a:t>
            </a:r>
            <a:r>
              <a:rPr>
                <a:solidFill>
                  <a:srgbClr val="B5CEA8"/>
                </a:solidFill>
              </a:rPr>
              <a:t>0</a:t>
            </a:r>
            <a:r>
              <a:rPr>
                <a:solidFill>
                  <a:srgbClr val="D4D4D4"/>
                </a:solidFill>
              </a:rPr>
              <a:t>; </a:t>
            </a:r>
            <a:r>
              <a:rPr>
                <a:solidFill>
                  <a:srgbClr val="9CDCFE"/>
                </a:solidFill>
              </a:rPr>
              <a:t>i</a:t>
            </a:r>
            <a:r>
              <a:rPr>
                <a:solidFill>
                  <a:srgbClr val="D4D4D4"/>
                </a:solidFill>
              </a:rPr>
              <a:t>&lt;</a:t>
            </a:r>
            <a:r>
              <a:rPr>
                <a:solidFill>
                  <a:srgbClr val="4FC1FF"/>
                </a:solidFill>
              </a:rPr>
              <a:t>array</a:t>
            </a:r>
            <a:r>
              <a:rPr>
                <a:solidFill>
                  <a:srgbClr val="D4D4D4"/>
                </a:solidFill>
              </a:rPr>
              <a:t>.</a:t>
            </a:r>
            <a:r>
              <a:rPr>
                <a:solidFill>
                  <a:srgbClr val="9CDCFE"/>
                </a:solidFill>
              </a:rPr>
              <a:t>length</a:t>
            </a:r>
            <a:r>
              <a:rPr>
                <a:solidFill>
                  <a:srgbClr val="D4D4D4"/>
                </a:solidFill>
              </a:rPr>
              <a:t>; </a:t>
            </a:r>
            <a:r>
              <a:rPr>
                <a:solidFill>
                  <a:srgbClr val="9CDCFE"/>
                </a:solidFill>
              </a:rPr>
              <a:t>i</a:t>
            </a:r>
            <a:r>
              <a:rPr>
                <a:solidFill>
                  <a:srgbClr val="D4D4D4"/>
                </a:solidFill>
              </a:rPr>
              <a:t>++) {</a:t>
            </a:r>
            <a:endParaRPr>
              <a:solidFill>
                <a:srgbClr val="D4D4D4"/>
              </a:solidFill>
            </a:endParaRPr>
          </a:p>
          <a:p>
            <a:pPr lvl="1">
              <a:defRPr sz="14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4FC1FF"/>
                </a:solidFill>
              </a:rPr>
              <a:t>array</a:t>
            </a:r>
            <a:r>
              <a:t>[</a:t>
            </a:r>
            <a:r>
              <a:rPr>
                <a:solidFill>
                  <a:srgbClr val="9CDCFE"/>
                </a:solidFill>
              </a:rPr>
              <a:t>i</a:t>
            </a:r>
            <a:r>
              <a:t>]);</a:t>
            </a:r>
          </a:p>
          <a:p>
            <a:pPr lvl="1">
              <a:defRPr sz="1400">
                <a:solidFill>
                  <a:srgbClr val="D4D4D4"/>
                </a:solidFill>
                <a:latin typeface="Consolas"/>
                <a:ea typeface="Consolas"/>
                <a:cs typeface="Consolas"/>
                <a:sym typeface="Consolas"/>
              </a:defRPr>
            </a:pPr>
            <a:r>
              <a:t>}</a:t>
            </a:r>
          </a:p>
          <a:p>
            <a:pPr lvl="1">
              <a:defRPr sz="1400">
                <a:solidFill>
                  <a:srgbClr val="C586C0"/>
                </a:solidFill>
                <a:latin typeface="Consolas"/>
                <a:ea typeface="Consolas"/>
                <a:cs typeface="Consolas"/>
                <a:sym typeface="Consolas"/>
              </a:defRPr>
            </a:pPr>
            <a:r>
              <a:t>for</a:t>
            </a:r>
            <a:r>
              <a:rPr>
                <a:solidFill>
                  <a:srgbClr val="D4D4D4"/>
                </a:solidFill>
              </a:rPr>
              <a:t> (</a:t>
            </a:r>
            <a:r>
              <a:rPr>
                <a:solidFill>
                  <a:srgbClr val="569CD6"/>
                </a:solidFill>
              </a:rPr>
              <a:t>let</a:t>
            </a:r>
            <a:r>
              <a:rPr>
                <a:solidFill>
                  <a:srgbClr val="D4D4D4"/>
                </a:solidFill>
              </a:rPr>
              <a:t> </a:t>
            </a:r>
            <a:r>
              <a:rPr>
                <a:solidFill>
                  <a:srgbClr val="9CDCFE"/>
                </a:solidFill>
              </a:rPr>
              <a:t>i</a:t>
            </a:r>
            <a:r>
              <a:rPr>
                <a:solidFill>
                  <a:srgbClr val="D4D4D4"/>
                </a:solidFill>
              </a:rPr>
              <a:t> </a:t>
            </a:r>
            <a:r>
              <a:rPr>
                <a:solidFill>
                  <a:srgbClr val="569CD6"/>
                </a:solidFill>
              </a:rPr>
              <a:t>in</a:t>
            </a:r>
            <a:r>
              <a:rPr>
                <a:solidFill>
                  <a:srgbClr val="D4D4D4"/>
                </a:solidFill>
              </a:rPr>
              <a:t> </a:t>
            </a:r>
            <a:r>
              <a:rPr>
                <a:solidFill>
                  <a:srgbClr val="4FC1FF"/>
                </a:solidFill>
              </a:rPr>
              <a:t>array</a:t>
            </a:r>
            <a:r>
              <a:rPr>
                <a:solidFill>
                  <a:srgbClr val="D4D4D4"/>
                </a:solidFill>
              </a:rPr>
              <a:t>) {</a:t>
            </a:r>
            <a:r>
              <a:rPr>
                <a:solidFill>
                  <a:srgbClr val="D4D4D4"/>
                </a:solidFill>
              </a:rPr>
              <a:t>...}</a:t>
            </a:r>
            <a:endParaRPr>
              <a:solidFill>
                <a:srgbClr val="D4D4D4"/>
              </a:solidFill>
            </a:endParaRPr>
          </a:p>
          <a:p>
            <a:pPr lvl="1">
              <a:defRPr sz="1400">
                <a:solidFill>
                  <a:srgbClr val="C586C0"/>
                </a:solidFill>
                <a:latin typeface="Consolas"/>
                <a:ea typeface="Consolas"/>
                <a:cs typeface="Consolas"/>
                <a:sym typeface="Consolas"/>
              </a:defRPr>
            </a:pPr>
            <a:r>
              <a:t>for</a:t>
            </a:r>
            <a:r>
              <a:rPr>
                <a:solidFill>
                  <a:srgbClr val="D4D4D4"/>
                </a:solidFill>
              </a:rPr>
              <a:t> (</a:t>
            </a:r>
            <a:r>
              <a:rPr>
                <a:solidFill>
                  <a:srgbClr val="569CD6"/>
                </a:solidFill>
              </a:rPr>
              <a:t>let</a:t>
            </a:r>
            <a:r>
              <a:rPr>
                <a:solidFill>
                  <a:srgbClr val="D4D4D4"/>
                </a:solidFill>
              </a:rPr>
              <a:t> </a:t>
            </a:r>
            <a:r>
              <a:rPr>
                <a:solidFill>
                  <a:srgbClr val="9CDCFE"/>
                </a:solidFill>
              </a:rPr>
              <a:t>i</a:t>
            </a:r>
            <a:r>
              <a:rPr>
                <a:solidFill>
                  <a:srgbClr val="D4D4D4"/>
                </a:solidFill>
              </a:rPr>
              <a:t> </a:t>
            </a:r>
            <a:r>
              <a:rPr>
                <a:solidFill>
                  <a:srgbClr val="569CD6"/>
                </a:solidFill>
              </a:rPr>
              <a:t>of</a:t>
            </a:r>
            <a:r>
              <a:rPr>
                <a:solidFill>
                  <a:srgbClr val="D4D4D4"/>
                </a:solidFill>
              </a:rPr>
              <a:t> </a:t>
            </a:r>
            <a:r>
              <a:rPr>
                <a:solidFill>
                  <a:srgbClr val="4FC1FF"/>
                </a:solidFill>
              </a:rPr>
              <a:t>array</a:t>
            </a:r>
            <a:r>
              <a:rPr>
                <a:solidFill>
                  <a:srgbClr val="D4D4D4"/>
                </a:solidFill>
              </a:rPr>
              <a:t>) {</a:t>
            </a:r>
            <a:r>
              <a:rPr>
                <a:solidFill>
                  <a:srgbClr val="9CDCFE"/>
                </a:solidFill>
              </a:rPr>
              <a:t>console</a:t>
            </a:r>
            <a:r>
              <a:rPr>
                <a:solidFill>
                  <a:srgbClr val="D4D4D4"/>
                </a:solidFill>
              </a:rPr>
              <a:t>.</a:t>
            </a:r>
            <a:r>
              <a:rPr>
                <a:solidFill>
                  <a:srgbClr val="DCDCAA"/>
                </a:solidFill>
              </a:rPr>
              <a:t>log</a:t>
            </a:r>
            <a:r>
              <a:rPr>
                <a:solidFill>
                  <a:srgbClr val="D4D4D4"/>
                </a:solidFill>
              </a:rPr>
              <a:t>(</a:t>
            </a:r>
            <a:r>
              <a:rPr>
                <a:solidFill>
                  <a:srgbClr val="9CDCFE"/>
                </a:solidFill>
              </a:rPr>
              <a:t>i</a:t>
            </a:r>
            <a:r>
              <a:rPr>
                <a:solidFill>
                  <a:srgbClr val="D4D4D4"/>
                </a:solidFill>
              </a:rPr>
              <a:t>);}</a:t>
            </a:r>
            <a:br>
              <a:rPr>
                <a:solidFill>
                  <a:srgbClr val="D4D4D4"/>
                </a:solidFill>
              </a:rPr>
            </a:br>
            <a:r>
              <a:rPr>
                <a:solidFill>
                  <a:srgbClr val="4FC1FF"/>
                </a:solidFill>
              </a:rPr>
              <a:t>array</a:t>
            </a:r>
            <a:r>
              <a:rPr>
                <a:solidFill>
                  <a:srgbClr val="D4D4D4"/>
                </a:solidFill>
              </a:rPr>
              <a:t>.</a:t>
            </a:r>
            <a:r>
              <a:rPr>
                <a:solidFill>
                  <a:srgbClr val="DCDCAA"/>
                </a:solidFill>
              </a:rPr>
              <a:t>forEach</a:t>
            </a:r>
            <a:r>
              <a:rPr>
                <a:solidFill>
                  <a:srgbClr val="D4D4D4"/>
                </a:solidFill>
              </a:rPr>
              <a:t>((</a:t>
            </a:r>
            <a:r>
              <a:rPr>
                <a:solidFill>
                  <a:srgbClr val="9CDCFE"/>
                </a:solidFill>
              </a:rPr>
              <a:t>item</a:t>
            </a:r>
            <a:r>
              <a:rPr>
                <a:solidFill>
                  <a:srgbClr val="D4D4D4"/>
                </a:solidFill>
              </a:rPr>
              <a:t>, </a:t>
            </a:r>
            <a:r>
              <a:rPr>
                <a:solidFill>
                  <a:srgbClr val="9CDCFE"/>
                </a:solidFill>
              </a:rPr>
              <a:t>index</a:t>
            </a:r>
            <a:r>
              <a:rPr>
                <a:solidFill>
                  <a:srgbClr val="D4D4D4"/>
                </a:solidFill>
              </a:rPr>
              <a:t>) </a:t>
            </a:r>
            <a:r>
              <a:rPr>
                <a:solidFill>
                  <a:srgbClr val="569CD6"/>
                </a:solidFill>
              </a:rPr>
              <a:t>=&gt;</a:t>
            </a:r>
            <a:r>
              <a:rPr>
                <a:solidFill>
                  <a:srgbClr val="D4D4D4"/>
                </a:solidFill>
              </a:rPr>
              <a:t> {</a:t>
            </a:r>
            <a:endParaRPr>
              <a:solidFill>
                <a:srgbClr val="D4D4D4"/>
              </a:solidFill>
            </a:endParaRPr>
          </a:p>
          <a:p>
            <a:pPr lvl="1">
              <a:defRPr sz="14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CE9178"/>
                </a:solidFill>
              </a:rPr>
              <a:t>`</a:t>
            </a:r>
            <a:r>
              <a:rPr>
                <a:solidFill>
                  <a:srgbClr val="569CD6"/>
                </a:solidFill>
              </a:rPr>
              <a:t>${</a:t>
            </a:r>
            <a:r>
              <a:rPr>
                <a:solidFill>
                  <a:srgbClr val="9CDCFE"/>
                </a:solidFill>
              </a:rPr>
              <a:t>index</a:t>
            </a:r>
            <a:r>
              <a:rPr>
                <a:solidFill>
                  <a:srgbClr val="569CD6"/>
                </a:solidFill>
              </a:rPr>
              <a:t>}</a:t>
            </a:r>
            <a:r>
              <a:rPr>
                <a:solidFill>
                  <a:srgbClr val="CE9178"/>
                </a:solidFill>
              </a:rPr>
              <a:t>: </a:t>
            </a:r>
            <a:r>
              <a:rPr>
                <a:solidFill>
                  <a:srgbClr val="569CD6"/>
                </a:solidFill>
              </a:rPr>
              <a:t>${</a:t>
            </a:r>
            <a:r>
              <a:rPr>
                <a:solidFill>
                  <a:srgbClr val="9CDCFE"/>
                </a:solidFill>
              </a:rPr>
              <a:t>item</a:t>
            </a:r>
            <a:r>
              <a:rPr>
                <a:solidFill>
                  <a:srgbClr val="569CD6"/>
                </a:solidFill>
              </a:rPr>
              <a:t>}</a:t>
            </a:r>
            <a:r>
              <a:rPr>
                <a:solidFill>
                  <a:srgbClr val="CE9178"/>
                </a:solidFill>
              </a:rPr>
              <a:t>`</a:t>
            </a:r>
            <a:r>
              <a:t>);</a:t>
            </a:r>
          </a:p>
          <a:p>
            <a:pPr lvl="1">
              <a:defRPr sz="1400">
                <a:solidFill>
                  <a:srgbClr val="D4D4D4"/>
                </a:solidFill>
                <a:latin typeface="Consolas"/>
                <a:ea typeface="Consolas"/>
                <a:cs typeface="Consolas"/>
                <a:sym typeface="Consolas"/>
              </a:defRPr>
            </a:pPr>
            <a:r>
              <a:t>});</a:t>
            </a:r>
            <a:endParaRPr>
              <a:solidFill>
                <a:srgbClr val="FFFFFF"/>
              </a:solidFill>
            </a:endParaRPr>
          </a:p>
          <a:p>
            <a:pPr marL="285750" indent="-285750">
              <a:buSzPct val="100000"/>
              <a:buFont typeface="Arial"/>
              <a:buChar char="•"/>
              <a:defRPr>
                <a:solidFill>
                  <a:srgbClr val="FFFFFF"/>
                </a:solidFill>
              </a:defRPr>
            </a:pPr>
            <a:r>
              <a:t>Notable methods:</a:t>
            </a:r>
          </a:p>
          <a:p>
            <a:pPr lvl="1" marL="742950" indent="-285750">
              <a:buSzPct val="100000"/>
              <a:buFont typeface="Arial"/>
              <a:buChar char="•"/>
              <a:defRPr sz="1400">
                <a:solidFill>
                  <a:srgbClr val="DCDCAA"/>
                </a:solidFill>
                <a:latin typeface="Consolas"/>
                <a:ea typeface="Consolas"/>
                <a:cs typeface="Consolas"/>
                <a:sym typeface="Consolas"/>
              </a:defRPr>
            </a:pPr>
            <a:r>
              <a:t>filter: </a:t>
            </a:r>
            <a:r>
              <a:rPr>
                <a:solidFill>
                  <a:srgbClr val="FFFFFF"/>
                </a:solidFill>
                <a:latin typeface="+mn-lt"/>
                <a:ea typeface="+mn-ea"/>
                <a:cs typeface="+mn-cs"/>
                <a:sym typeface="Calibri"/>
              </a:rPr>
              <a:t>find multiple matching items</a:t>
            </a:r>
            <a:endParaRPr>
              <a:solidFill>
                <a:srgbClr val="FFFFFF"/>
              </a:solidFill>
              <a:latin typeface="+mn-lt"/>
              <a:ea typeface="+mn-ea"/>
              <a:cs typeface="+mn-cs"/>
              <a:sym typeface="Calibri"/>
            </a:endParaRPr>
          </a:p>
          <a:p>
            <a:pPr lvl="1" marL="742950" indent="-285750">
              <a:buSzPct val="100000"/>
              <a:buFont typeface="Arial"/>
              <a:buChar char="•"/>
              <a:defRPr sz="1400">
                <a:solidFill>
                  <a:srgbClr val="DCDCAA"/>
                </a:solidFill>
                <a:latin typeface="Consolas"/>
                <a:ea typeface="Consolas"/>
                <a:cs typeface="Consolas"/>
                <a:sym typeface="Consolas"/>
              </a:defRPr>
            </a:pPr>
            <a:r>
              <a:t>find: </a:t>
            </a:r>
            <a:r>
              <a:rPr>
                <a:solidFill>
                  <a:srgbClr val="FFFFFF"/>
                </a:solidFill>
                <a:latin typeface="+mn-lt"/>
                <a:ea typeface="+mn-ea"/>
                <a:cs typeface="+mn-cs"/>
                <a:sym typeface="Calibri"/>
              </a:rPr>
              <a:t>find the first matching item (=&gt; </a:t>
            </a:r>
            <a:r>
              <a:t>findLast</a:t>
            </a:r>
            <a:r>
              <a:rPr>
                <a:solidFill>
                  <a:srgbClr val="FFFFFF"/>
                </a:solidFill>
                <a:latin typeface="+mn-lt"/>
                <a:ea typeface="+mn-ea"/>
                <a:cs typeface="+mn-cs"/>
                <a:sym typeface="Calibri"/>
              </a:rPr>
              <a:t>)</a:t>
            </a:r>
            <a:endParaRPr>
              <a:solidFill>
                <a:srgbClr val="FFFFFF"/>
              </a:solidFill>
              <a:latin typeface="+mn-lt"/>
              <a:ea typeface="+mn-ea"/>
              <a:cs typeface="+mn-cs"/>
              <a:sym typeface="Calibri"/>
            </a:endParaRPr>
          </a:p>
          <a:p>
            <a:pPr lvl="1" marL="742950" indent="-285750">
              <a:buSzPct val="100000"/>
              <a:buFont typeface="Arial"/>
              <a:buChar char="•"/>
              <a:defRPr sz="1400">
                <a:solidFill>
                  <a:srgbClr val="DCDCAA"/>
                </a:solidFill>
                <a:latin typeface="Consolas"/>
                <a:ea typeface="Consolas"/>
                <a:cs typeface="Consolas"/>
                <a:sym typeface="Consolas"/>
              </a:defRPr>
            </a:pPr>
            <a:r>
              <a:t>forEach</a:t>
            </a:r>
            <a:r>
              <a:t>: </a:t>
            </a:r>
            <a:r>
              <a:rPr>
                <a:solidFill>
                  <a:srgbClr val="FFFFFF"/>
                </a:solidFill>
                <a:latin typeface="+mn-lt"/>
                <a:ea typeface="+mn-ea"/>
                <a:cs typeface="+mn-cs"/>
                <a:sym typeface="Calibri"/>
              </a:rPr>
              <a:t>traversing</a:t>
            </a:r>
            <a:endParaRPr>
              <a:solidFill>
                <a:srgbClr val="FFFFFF"/>
              </a:solidFill>
              <a:latin typeface="+mn-lt"/>
              <a:ea typeface="+mn-ea"/>
              <a:cs typeface="+mn-cs"/>
              <a:sym typeface="Calibri"/>
            </a:endParaRPr>
          </a:p>
          <a:p>
            <a:pPr lvl="1" marL="742950" indent="-285750">
              <a:buSzPct val="100000"/>
              <a:buFont typeface="Arial"/>
              <a:buChar char="•"/>
              <a:defRPr sz="1400">
                <a:solidFill>
                  <a:srgbClr val="DCDCAA"/>
                </a:solidFill>
                <a:latin typeface="Consolas"/>
                <a:ea typeface="Consolas"/>
                <a:cs typeface="Consolas"/>
                <a:sym typeface="Consolas"/>
              </a:defRPr>
            </a:pPr>
            <a:r>
              <a:t>includes: </a:t>
            </a:r>
            <a:r>
              <a:rPr>
                <a:solidFill>
                  <a:srgbClr val="FFFFFF"/>
                </a:solidFill>
                <a:latin typeface="+mn-lt"/>
                <a:ea typeface="+mn-ea"/>
                <a:cs typeface="+mn-cs"/>
                <a:sym typeface="Calibri"/>
              </a:rPr>
              <a:t>does it contain? (for primitives)</a:t>
            </a:r>
            <a:endParaRPr>
              <a:solidFill>
                <a:srgbClr val="FFFFFF"/>
              </a:solidFill>
              <a:latin typeface="+mn-lt"/>
              <a:ea typeface="+mn-ea"/>
              <a:cs typeface="+mn-cs"/>
              <a:sym typeface="Calibri"/>
            </a:endParaRPr>
          </a:p>
          <a:p>
            <a:pPr lvl="1" marL="742950" indent="-285750">
              <a:buSzPct val="100000"/>
              <a:buFont typeface="Arial"/>
              <a:buChar char="•"/>
              <a:defRPr sz="1400">
                <a:solidFill>
                  <a:srgbClr val="DCDCAA"/>
                </a:solidFill>
                <a:latin typeface="Consolas"/>
                <a:ea typeface="Consolas"/>
                <a:cs typeface="Consolas"/>
                <a:sym typeface="Consolas"/>
              </a:defRPr>
            </a:pPr>
            <a:r>
              <a:t>map: </a:t>
            </a:r>
            <a:r>
              <a:rPr>
                <a:solidFill>
                  <a:srgbClr val="FFFFFF"/>
                </a:solidFill>
                <a:latin typeface="+mn-lt"/>
                <a:ea typeface="+mn-ea"/>
                <a:cs typeface="+mn-cs"/>
                <a:sym typeface="Calibri"/>
              </a:rPr>
              <a:t>transform</a:t>
            </a:r>
            <a:endParaRPr>
              <a:solidFill>
                <a:srgbClr val="FFFFFF"/>
              </a:solidFill>
            </a:endParaRPr>
          </a:p>
          <a:p>
            <a:pPr lvl="1" marL="742950" indent="-285750">
              <a:buSzPct val="100000"/>
              <a:buFont typeface="Arial"/>
              <a:buChar char="•"/>
              <a:defRPr sz="1400">
                <a:solidFill>
                  <a:srgbClr val="DCDCAA"/>
                </a:solidFill>
                <a:latin typeface="Consolas"/>
                <a:ea typeface="Consolas"/>
                <a:cs typeface="Consolas"/>
                <a:sym typeface="Consolas"/>
              </a:defRPr>
            </a:pPr>
            <a:r>
              <a:t>reduce:</a:t>
            </a:r>
            <a:r>
              <a:rPr>
                <a:solidFill>
                  <a:srgbClr val="FFFFFF"/>
                </a:solidFill>
                <a:latin typeface="+mn-lt"/>
                <a:ea typeface="+mn-ea"/>
                <a:cs typeface="+mn-cs"/>
                <a:sym typeface="Calibri"/>
              </a:rPr>
              <a:t> reduce the array to a single value</a:t>
            </a:r>
            <a:endParaRPr>
              <a:solidFill>
                <a:srgbClr val="FFFFFF"/>
              </a:solidFill>
              <a:latin typeface="+mn-lt"/>
              <a:ea typeface="+mn-ea"/>
              <a:cs typeface="+mn-cs"/>
              <a:sym typeface="Calibri"/>
            </a:endParaRPr>
          </a:p>
          <a:p>
            <a:pPr lvl="1" marL="742950" indent="-285750">
              <a:buSzPct val="100000"/>
              <a:buFont typeface="Arial"/>
              <a:buChar char="•"/>
              <a:defRPr sz="1400">
                <a:solidFill>
                  <a:srgbClr val="DCDCAA"/>
                </a:solidFill>
                <a:latin typeface="Consolas"/>
                <a:ea typeface="Consolas"/>
                <a:cs typeface="Consolas"/>
                <a:sym typeface="Consolas"/>
              </a:defRPr>
            </a:pPr>
            <a:r>
              <a:t>some:</a:t>
            </a:r>
            <a:r>
              <a:rPr>
                <a:solidFill>
                  <a:srgbClr val="FFFFFF"/>
                </a:solidFill>
                <a:latin typeface="+mn-lt"/>
                <a:ea typeface="+mn-ea"/>
                <a:cs typeface="+mn-cs"/>
                <a:sym typeface="Calibri"/>
              </a:rPr>
              <a:t> has at least one match (=&gt; </a:t>
            </a:r>
            <a:r>
              <a:t>every</a:t>
            </a:r>
            <a:r>
              <a:rPr>
                <a:solidFill>
                  <a:srgbClr val="FFFFFF"/>
                </a:solidFill>
                <a:latin typeface="+mn-lt"/>
                <a:ea typeface="+mn-ea"/>
                <a:cs typeface="+mn-cs"/>
                <a:sym typeface="Calibri"/>
              </a:rPr>
              <a:t>)</a:t>
            </a:r>
            <a:endParaRPr>
              <a:solidFill>
                <a:srgbClr val="FFFFFF"/>
              </a:solidFill>
              <a:latin typeface="+mn-lt"/>
              <a:ea typeface="+mn-ea"/>
              <a:cs typeface="+mn-cs"/>
              <a:sym typeface="Calibri"/>
            </a:endParaRPr>
          </a:p>
          <a:p>
            <a:pPr>
              <a:defRPr sz="1400">
                <a:solidFill>
                  <a:srgbClr val="FFFFFF"/>
                </a:solidFill>
              </a:defRPr>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1"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12" name="Text Placeholder 4"/>
          <p:cNvSpPr txBox="1"/>
          <p:nvPr>
            <p:ph type="body" sz="quarter" idx="1"/>
          </p:nvPr>
        </p:nvSpPr>
        <p:spPr>
          <a:xfrm>
            <a:off x="457200" y="231494"/>
            <a:ext cx="3611880" cy="225706"/>
          </a:xfrm>
          <a:prstGeom prst="rect">
            <a:avLst/>
          </a:prstGeom>
        </p:spPr>
        <p:txBody>
          <a:bodyPr/>
          <a:lstStyle/>
          <a:p>
            <a:pPr/>
            <a:r>
              <a:t>JavaScript</a:t>
            </a:r>
          </a:p>
        </p:txBody>
      </p:sp>
      <p:sp>
        <p:nvSpPr>
          <p:cNvPr id="813" name="Title 3"/>
          <p:cNvSpPr txBox="1"/>
          <p:nvPr>
            <p:ph type="title"/>
          </p:nvPr>
        </p:nvSpPr>
        <p:spPr>
          <a:prstGeom prst="rect">
            <a:avLst/>
          </a:prstGeom>
        </p:spPr>
        <p:txBody>
          <a:bodyPr/>
          <a:lstStyle/>
          <a:p>
            <a:pPr/>
            <a:r>
              <a:t>Classes</a:t>
            </a:r>
          </a:p>
        </p:txBody>
      </p:sp>
      <p:sp>
        <p:nvSpPr>
          <p:cNvPr id="814" name="TextBox 5"/>
          <p:cNvSpPr txBox="1"/>
          <p:nvPr/>
        </p:nvSpPr>
        <p:spPr>
          <a:xfrm>
            <a:off x="457199" y="1003177"/>
            <a:ext cx="5162367" cy="4331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85750" indent="-285750">
              <a:buSzPct val="100000"/>
              <a:buFont typeface="Arial"/>
              <a:buChar char="•"/>
            </a:pPr>
            <a:r>
              <a:t>Template for creating objects</a:t>
            </a:r>
          </a:p>
          <a:p>
            <a:pPr marL="285750" indent="-285750">
              <a:buSzPct val="100000"/>
              <a:buFont typeface="Arial"/>
              <a:buChar char="•"/>
            </a:pPr>
            <a:r>
              <a:t>Before ES6: house of horror</a:t>
            </a:r>
          </a:p>
          <a:p>
            <a:pPr marL="285750" indent="-285750">
              <a:buSzPct val="100000"/>
              <a:buFont typeface="Arial"/>
              <a:buChar char="•"/>
            </a:pPr>
            <a:r>
              <a:t>ES6: class expression</a:t>
            </a:r>
          </a:p>
          <a:p>
            <a:pPr lvl="1" marL="742950" indent="-285750">
              <a:buSzPct val="100000"/>
              <a:buFont typeface="Arial"/>
              <a:buChar char="•"/>
            </a:pPr>
            <a:r>
              <a:t>Constructor</a:t>
            </a:r>
          </a:p>
          <a:p>
            <a:pPr lvl="1" marL="742950" indent="-285750">
              <a:buSzPct val="100000"/>
              <a:buFont typeface="Arial"/>
              <a:buChar char="•"/>
            </a:pPr>
            <a:r>
              <a:t>Only „public” elements can be defined (no restriction definition)</a:t>
            </a:r>
          </a:p>
          <a:p>
            <a:pPr marL="285750" indent="-285750">
              <a:buSzPct val="100000"/>
              <a:buFont typeface="Arial"/>
              <a:buChar char="•"/>
            </a:pPr>
          </a:p>
          <a:p>
            <a:pPr marL="285750" indent="-285750">
              <a:buSzPct val="100000"/>
              <a:buFont typeface="Arial"/>
              <a:buChar char="•"/>
            </a:pPr>
            <a:r>
              <a:t>Prototype:</a:t>
            </a:r>
          </a:p>
          <a:p>
            <a:pPr lvl="1" marL="742950" indent="-285750">
              <a:buSzPct val="100000"/>
              <a:buFont typeface="Arial"/>
              <a:buChar char="•"/>
            </a:pPr>
            <a:r>
              <a:t>JS implements prototype-based inheritance</a:t>
            </a:r>
          </a:p>
          <a:p>
            <a:pPr lvl="1" marL="742950" indent="-285750">
              <a:buSzPct val="100000"/>
              <a:buFont typeface="Arial"/>
              <a:buChar char="•"/>
            </a:pPr>
            <a:r>
              <a:t>Mechanism by which JS objects inherit features from one another</a:t>
            </a:r>
          </a:p>
          <a:p>
            <a:pPr lvl="1" marL="742950" indent="-285750">
              <a:buSzPct val="100000"/>
              <a:buFont typeface="Arial"/>
              <a:buChar char="•"/>
            </a:pPr>
            <a:r>
              <a:t>Chain: every objects has a prototype, which can also have a (different) one</a:t>
            </a:r>
          </a:p>
          <a:p>
            <a:pPr lvl="1" marL="742950" indent="-285750">
              <a:buSzPct val="100000"/>
              <a:buFont typeface="Arial"/>
              <a:buChar char="•"/>
            </a:pPr>
            <a:r>
              <a:t>obj.__proto__, Func.prototype</a:t>
            </a:r>
          </a:p>
        </p:txBody>
      </p:sp>
      <p:sp>
        <p:nvSpPr>
          <p:cNvPr id="815" name="TextBox 7"/>
          <p:cNvSpPr txBox="1"/>
          <p:nvPr/>
        </p:nvSpPr>
        <p:spPr>
          <a:xfrm>
            <a:off x="502920" y="5446693"/>
            <a:ext cx="5547361" cy="8198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200"/>
            </a:pPr>
            <a:r>
              <a:rPr u="sng">
                <a:solidFill>
                  <a:schemeClr val="accent2"/>
                </a:solidFill>
                <a:uFill>
                  <a:solidFill>
                    <a:schemeClr val="accent2"/>
                  </a:solidFill>
                </a:uFill>
                <a:hlinkClick r:id="rId2" invalidUrl="" action="" tgtFrame="" tooltip="" history="1" highlightClick="0" endSnd="0"/>
              </a:rPr>
              <a:t>https://developer.mozilla.org/en-US/docs/Learn/JavaScript/Objects/Object_prototypes</a:t>
            </a:r>
          </a:p>
          <a:p>
            <a:pPr>
              <a:defRPr sz="1200"/>
            </a:pPr>
          </a:p>
          <a:p>
            <a:pPr>
              <a:defRPr sz="1200"/>
            </a:pPr>
            <a:r>
              <a:rPr u="sng">
                <a:solidFill>
                  <a:schemeClr val="accent2"/>
                </a:solidFill>
                <a:uFill>
                  <a:solidFill>
                    <a:schemeClr val="accent2"/>
                  </a:solidFill>
                </a:uFill>
                <a:hlinkClick r:id="rId3" invalidUrl="" action="" tgtFrame="" tooltip="" history="1" highlightClick="0" endSnd="0"/>
              </a:rPr>
              <a:t>https://developer.mozilla.org/en-US/docs/Web/JavaScript/Reference/Classes</a:t>
            </a:r>
          </a:p>
        </p:txBody>
      </p:sp>
      <p:sp>
        <p:nvSpPr>
          <p:cNvPr id="816" name="TextBox 9"/>
          <p:cNvSpPr txBox="1"/>
          <p:nvPr/>
        </p:nvSpPr>
        <p:spPr>
          <a:xfrm>
            <a:off x="6618156" y="449178"/>
            <a:ext cx="5070923" cy="548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400">
                <a:solidFill>
                  <a:srgbClr val="569CD6"/>
                </a:solidFill>
                <a:latin typeface="Consolas"/>
                <a:ea typeface="Consolas"/>
                <a:cs typeface="Consolas"/>
                <a:sym typeface="Consolas"/>
              </a:defRPr>
            </a:pPr>
            <a:r>
              <a:t>class</a:t>
            </a:r>
            <a:r>
              <a:rPr>
                <a:solidFill>
                  <a:srgbClr val="D4D4D4"/>
                </a:solidFill>
              </a:rPr>
              <a:t> </a:t>
            </a:r>
            <a:r>
              <a:rPr>
                <a:solidFill>
                  <a:srgbClr val="4EC9B0"/>
                </a:solidFill>
              </a:rPr>
              <a:t>Computer</a:t>
            </a:r>
            <a:r>
              <a:rPr>
                <a:solidFill>
                  <a:srgbClr val="D4D4D4"/>
                </a:solidFill>
              </a:rPr>
              <a:t> {</a:t>
            </a:r>
            <a:endParaRPr>
              <a:solidFill>
                <a:srgbClr val="D4D4D4"/>
              </a:solidFill>
            </a:endParaRPr>
          </a:p>
          <a:p>
            <a:pPr>
              <a:defRPr sz="1400">
                <a:solidFill>
                  <a:srgbClr val="D4D4D4"/>
                </a:solidFill>
                <a:latin typeface="Consolas"/>
                <a:ea typeface="Consolas"/>
                <a:cs typeface="Consolas"/>
                <a:sym typeface="Consolas"/>
              </a:defRPr>
            </a:pPr>
            <a:r>
              <a:t>  </a:t>
            </a:r>
            <a:r>
              <a:rPr>
                <a:solidFill>
                  <a:srgbClr val="569CD6"/>
                </a:solidFill>
              </a:rPr>
              <a:t>constructor</a:t>
            </a:r>
            <a:r>
              <a:t>(</a:t>
            </a:r>
            <a:r>
              <a:rPr>
                <a:solidFill>
                  <a:srgbClr val="9CDCFE"/>
                </a:solidFill>
              </a:rPr>
              <a:t>name</a:t>
            </a:r>
            <a:r>
              <a:t>) {</a:t>
            </a:r>
          </a:p>
          <a:p>
            <a:pPr>
              <a:defRPr sz="1400">
                <a:solidFill>
                  <a:srgbClr val="D4D4D4"/>
                </a:solidFill>
                <a:latin typeface="Consolas"/>
                <a:ea typeface="Consolas"/>
                <a:cs typeface="Consolas"/>
                <a:sym typeface="Consolas"/>
              </a:defRPr>
            </a:pPr>
            <a:r>
              <a:t>    </a:t>
            </a:r>
            <a:r>
              <a:rPr>
                <a:solidFill>
                  <a:srgbClr val="569CD6"/>
                </a:solidFill>
              </a:rPr>
              <a:t>this</a:t>
            </a:r>
            <a:r>
              <a:t>.</a:t>
            </a:r>
            <a:r>
              <a:rPr>
                <a:solidFill>
                  <a:srgbClr val="9CDCFE"/>
                </a:solidFill>
              </a:rPr>
              <a:t>name</a:t>
            </a:r>
            <a:r>
              <a:t> = </a:t>
            </a:r>
            <a:r>
              <a:rPr>
                <a:solidFill>
                  <a:srgbClr val="9CDCFE"/>
                </a:solidFill>
              </a:rPr>
              <a:t>name</a:t>
            </a:r>
            <a:r>
              <a:t>;</a:t>
            </a:r>
          </a:p>
          <a:p>
            <a:pPr>
              <a:defRPr sz="1400">
                <a:solidFill>
                  <a:srgbClr val="D4D4D4"/>
                </a:solidFill>
                <a:latin typeface="Consolas"/>
                <a:ea typeface="Consolas"/>
                <a:cs typeface="Consolas"/>
                <a:sym typeface="Consolas"/>
              </a:defRPr>
            </a:pPr>
            <a:r>
              <a:t>    </a:t>
            </a:r>
            <a:r>
              <a:rPr>
                <a:solidFill>
                  <a:srgbClr val="569CD6"/>
                </a:solidFill>
              </a:rPr>
              <a:t>this</a:t>
            </a:r>
            <a:r>
              <a:t>.</a:t>
            </a:r>
            <a:r>
              <a:rPr>
                <a:solidFill>
                  <a:srgbClr val="9CDCFE"/>
                </a:solidFill>
              </a:rPr>
              <a:t>portable</a:t>
            </a:r>
            <a:r>
              <a:t> = </a:t>
            </a:r>
            <a:r>
              <a:rPr>
                <a:solidFill>
                  <a:srgbClr val="569CD6"/>
                </a:solidFill>
              </a:rPr>
              <a:t>false</a:t>
            </a:r>
            <a:r>
              <a:t>;</a:t>
            </a:r>
          </a:p>
          <a:p>
            <a:pPr>
              <a:defRPr sz="1400">
                <a:solidFill>
                  <a:srgbClr val="D4D4D4"/>
                </a:solidFill>
                <a:latin typeface="Consolas"/>
                <a:ea typeface="Consolas"/>
                <a:cs typeface="Consolas"/>
                <a:sym typeface="Consolas"/>
              </a:defRPr>
            </a:pPr>
            <a:r>
              <a:t>  }</a:t>
            </a:r>
          </a:p>
          <a:p>
            <a:pPr>
              <a:defRPr sz="1400">
                <a:solidFill>
                  <a:srgbClr val="D4D4D4"/>
                </a:solidFill>
                <a:latin typeface="Consolas"/>
                <a:ea typeface="Consolas"/>
                <a:cs typeface="Consolas"/>
                <a:sym typeface="Consolas"/>
              </a:defRPr>
            </a:pPr>
            <a:br/>
            <a:r>
              <a:t>  </a:t>
            </a:r>
            <a:r>
              <a:rPr>
                <a:solidFill>
                  <a:srgbClr val="DCDCAA"/>
                </a:solidFill>
              </a:rPr>
              <a:t>describe</a:t>
            </a:r>
            <a:r>
              <a:t> = () </a:t>
            </a:r>
            <a:r>
              <a:rPr>
                <a:solidFill>
                  <a:srgbClr val="569CD6"/>
                </a:solidFill>
              </a:rPr>
              <a:t>=&gt;</a:t>
            </a:r>
            <a:r>
              <a:t> {</a:t>
            </a:r>
          </a:p>
          <a:p>
            <a:pPr>
              <a:defRPr sz="14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569CD6"/>
                </a:solidFill>
              </a:rPr>
              <a:t>this</a:t>
            </a:r>
            <a:r>
              <a:t>.</a:t>
            </a:r>
            <a:r>
              <a:rPr>
                <a:solidFill>
                  <a:srgbClr val="9CDCFE"/>
                </a:solidFill>
              </a:rPr>
              <a:t>name</a:t>
            </a:r>
            <a:r>
              <a:t>);</a:t>
            </a:r>
          </a:p>
          <a:p>
            <a:pPr>
              <a:defRPr sz="1400">
                <a:solidFill>
                  <a:srgbClr val="D4D4D4"/>
                </a:solidFill>
                <a:latin typeface="Consolas"/>
                <a:ea typeface="Consolas"/>
                <a:cs typeface="Consolas"/>
                <a:sym typeface="Consolas"/>
              </a:defRPr>
            </a:pPr>
            <a:r>
              <a:t>    </a:t>
            </a:r>
            <a:r>
              <a:rPr>
                <a:solidFill>
                  <a:srgbClr val="C586C0"/>
                </a:solidFill>
              </a:rPr>
              <a:t>return</a:t>
            </a:r>
            <a:r>
              <a:t> </a:t>
            </a:r>
            <a:r>
              <a:rPr>
                <a:solidFill>
                  <a:srgbClr val="CE9178"/>
                </a:solidFill>
              </a:rPr>
              <a:t>`</a:t>
            </a:r>
            <a:br>
              <a:rPr>
                <a:solidFill>
                  <a:srgbClr val="CE9178"/>
                </a:solidFill>
              </a:rPr>
            </a:br>
            <a:r>
              <a:rPr>
                <a:solidFill>
                  <a:srgbClr val="CE9178"/>
                </a:solidFill>
              </a:rPr>
              <a:t>      </a:t>
            </a:r>
            <a:r>
              <a:rPr>
                <a:solidFill>
                  <a:srgbClr val="CE9178"/>
                </a:solidFill>
              </a:rPr>
              <a:t>It's </a:t>
            </a:r>
            <a:r>
              <a:rPr>
                <a:solidFill>
                  <a:srgbClr val="569CD6"/>
                </a:solidFill>
              </a:rPr>
              <a:t>${this</a:t>
            </a:r>
            <a:r>
              <a:t>.</a:t>
            </a:r>
            <a:r>
              <a:rPr>
                <a:solidFill>
                  <a:srgbClr val="9CDCFE"/>
                </a:solidFill>
              </a:rPr>
              <a:t>name</a:t>
            </a:r>
            <a:r>
              <a:rPr>
                <a:solidFill>
                  <a:srgbClr val="569CD6"/>
                </a:solidFill>
              </a:rPr>
              <a:t>}</a:t>
            </a:r>
            <a:r>
              <a:rPr>
                <a:solidFill>
                  <a:srgbClr val="CE9178"/>
                </a:solidFill>
              </a:rPr>
              <a:t> –</a:t>
            </a:r>
            <a:br>
              <a:rPr>
                <a:solidFill>
                  <a:srgbClr val="CE9178"/>
                </a:solidFill>
              </a:rPr>
            </a:br>
            <a:r>
              <a:rPr>
                <a:solidFill>
                  <a:srgbClr val="CE9178"/>
                </a:solidFill>
              </a:rPr>
              <a:t>      </a:t>
            </a:r>
            <a:r>
              <a:rPr>
                <a:solidFill>
                  <a:srgbClr val="569CD6"/>
                </a:solidFill>
              </a:rPr>
              <a:t>${this</a:t>
            </a:r>
            <a:r>
              <a:t>.</a:t>
            </a:r>
            <a:r>
              <a:rPr>
                <a:solidFill>
                  <a:srgbClr val="9CDCFE"/>
                </a:solidFill>
              </a:rPr>
              <a:t>portable</a:t>
            </a:r>
            <a:r>
              <a:t> ? </a:t>
            </a:r>
            <a:r>
              <a:rPr>
                <a:solidFill>
                  <a:srgbClr val="CE9178"/>
                </a:solidFill>
              </a:rPr>
              <a:t>"portable"</a:t>
            </a:r>
            <a:r>
              <a:t> : </a:t>
            </a:r>
            <a:r>
              <a:rPr>
                <a:solidFill>
                  <a:srgbClr val="CE9178"/>
                </a:solidFill>
              </a:rPr>
              <a:t>"standar</a:t>
            </a:r>
            <a:r>
              <a:rPr>
                <a:solidFill>
                  <a:srgbClr val="CE9178"/>
                </a:solidFill>
              </a:rPr>
              <a:t>d</a:t>
            </a:r>
            <a:r>
              <a:rPr>
                <a:solidFill>
                  <a:srgbClr val="CE9178"/>
                </a:solidFill>
              </a:rPr>
              <a:t>"</a:t>
            </a:r>
            <a:r>
              <a:rPr>
                <a:solidFill>
                  <a:srgbClr val="569CD6"/>
                </a:solidFill>
              </a:rPr>
              <a:t>}</a:t>
            </a:r>
            <a:br>
              <a:rPr>
                <a:solidFill>
                  <a:srgbClr val="569CD6"/>
                </a:solidFill>
              </a:rPr>
            </a:br>
            <a:r>
              <a:rPr>
                <a:solidFill>
                  <a:srgbClr val="569CD6"/>
                </a:solidFill>
              </a:rPr>
              <a:t>      </a:t>
            </a:r>
            <a:r>
              <a:rPr>
                <a:solidFill>
                  <a:srgbClr val="CE9178"/>
                </a:solidFill>
              </a:rPr>
              <a:t>computer`</a:t>
            </a:r>
            <a:r>
              <a:t>;</a:t>
            </a:r>
          </a:p>
          <a:p>
            <a:pPr>
              <a:defRPr sz="1400">
                <a:solidFill>
                  <a:srgbClr val="D4D4D4"/>
                </a:solidFill>
                <a:latin typeface="Consolas"/>
                <a:ea typeface="Consolas"/>
                <a:cs typeface="Consolas"/>
                <a:sym typeface="Consolas"/>
              </a:defRPr>
            </a:pPr>
            <a:r>
              <a:t>  };</a:t>
            </a:r>
          </a:p>
          <a:p>
            <a:pPr>
              <a:defRPr sz="1400">
                <a:solidFill>
                  <a:srgbClr val="D4D4D4"/>
                </a:solidFill>
                <a:latin typeface="Consolas"/>
                <a:ea typeface="Consolas"/>
                <a:cs typeface="Consolas"/>
                <a:sym typeface="Consolas"/>
              </a:defRPr>
            </a:pPr>
            <a:r>
              <a:t>}</a:t>
            </a:r>
          </a:p>
          <a:p>
            <a:pPr>
              <a:defRPr sz="1400">
                <a:solidFill>
                  <a:srgbClr val="D4D4D4"/>
                </a:solidFill>
                <a:latin typeface="Consolas"/>
                <a:ea typeface="Consolas"/>
                <a:cs typeface="Consolas"/>
                <a:sym typeface="Consolas"/>
              </a:defRPr>
            </a:pPr>
            <a:br/>
            <a:r>
              <a:rPr>
                <a:solidFill>
                  <a:srgbClr val="569CD6"/>
                </a:solidFill>
              </a:rPr>
              <a:t>class</a:t>
            </a:r>
            <a:r>
              <a:t> </a:t>
            </a:r>
            <a:r>
              <a:rPr>
                <a:solidFill>
                  <a:srgbClr val="4EC9B0"/>
                </a:solidFill>
              </a:rPr>
              <a:t>Notebook</a:t>
            </a:r>
            <a:r>
              <a:t> </a:t>
            </a:r>
            <a:r>
              <a:rPr>
                <a:solidFill>
                  <a:srgbClr val="569CD6"/>
                </a:solidFill>
              </a:rPr>
              <a:t>extends</a:t>
            </a:r>
            <a:r>
              <a:t> </a:t>
            </a:r>
            <a:r>
              <a:rPr>
                <a:solidFill>
                  <a:srgbClr val="4EC9B0"/>
                </a:solidFill>
              </a:rPr>
              <a:t>Computer</a:t>
            </a:r>
            <a:r>
              <a:t> {</a:t>
            </a:r>
          </a:p>
          <a:p>
            <a:pPr>
              <a:defRPr sz="1400">
                <a:solidFill>
                  <a:srgbClr val="D4D4D4"/>
                </a:solidFill>
                <a:latin typeface="Consolas"/>
                <a:ea typeface="Consolas"/>
                <a:cs typeface="Consolas"/>
                <a:sym typeface="Consolas"/>
              </a:defRPr>
            </a:pPr>
            <a:r>
              <a:t>  </a:t>
            </a:r>
            <a:r>
              <a:rPr>
                <a:solidFill>
                  <a:srgbClr val="569CD6"/>
                </a:solidFill>
              </a:rPr>
              <a:t>constructor</a:t>
            </a:r>
            <a:r>
              <a:t>(</a:t>
            </a:r>
            <a:r>
              <a:rPr>
                <a:solidFill>
                  <a:srgbClr val="9CDCFE"/>
                </a:solidFill>
              </a:rPr>
              <a:t>name</a:t>
            </a:r>
            <a:r>
              <a:t>) {</a:t>
            </a:r>
          </a:p>
          <a:p>
            <a:pPr>
              <a:defRPr sz="1400">
                <a:solidFill>
                  <a:srgbClr val="D4D4D4"/>
                </a:solidFill>
                <a:latin typeface="Consolas"/>
                <a:ea typeface="Consolas"/>
                <a:cs typeface="Consolas"/>
                <a:sym typeface="Consolas"/>
              </a:defRPr>
            </a:pPr>
            <a:r>
              <a:t>    </a:t>
            </a:r>
            <a:r>
              <a:rPr>
                <a:solidFill>
                  <a:srgbClr val="569CD6"/>
                </a:solidFill>
              </a:rPr>
              <a:t>super</a:t>
            </a:r>
            <a:r>
              <a:t>(</a:t>
            </a:r>
            <a:r>
              <a:rPr>
                <a:solidFill>
                  <a:srgbClr val="9CDCFE"/>
                </a:solidFill>
              </a:rPr>
              <a:t>name</a:t>
            </a:r>
            <a:r>
              <a:t>);</a:t>
            </a:r>
          </a:p>
          <a:p>
            <a:pPr>
              <a:defRPr sz="1400">
                <a:solidFill>
                  <a:srgbClr val="D4D4D4"/>
                </a:solidFill>
                <a:latin typeface="Consolas"/>
                <a:ea typeface="Consolas"/>
                <a:cs typeface="Consolas"/>
                <a:sym typeface="Consolas"/>
              </a:defRPr>
            </a:pPr>
            <a:r>
              <a:t>    </a:t>
            </a:r>
            <a:r>
              <a:rPr>
                <a:solidFill>
                  <a:srgbClr val="569CD6"/>
                </a:solidFill>
              </a:rPr>
              <a:t>this</a:t>
            </a:r>
            <a:r>
              <a:t>.</a:t>
            </a:r>
            <a:r>
              <a:rPr>
                <a:solidFill>
                  <a:srgbClr val="9CDCFE"/>
                </a:solidFill>
              </a:rPr>
              <a:t>portable</a:t>
            </a:r>
            <a:r>
              <a:t> = </a:t>
            </a:r>
            <a:r>
              <a:rPr>
                <a:solidFill>
                  <a:srgbClr val="569CD6"/>
                </a:solidFill>
              </a:rPr>
              <a:t>true</a:t>
            </a:r>
            <a:r>
              <a:t>;</a:t>
            </a:r>
          </a:p>
          <a:p>
            <a:pPr>
              <a:defRPr sz="1400">
                <a:solidFill>
                  <a:srgbClr val="D4D4D4"/>
                </a:solidFill>
                <a:latin typeface="Consolas"/>
                <a:ea typeface="Consolas"/>
                <a:cs typeface="Consolas"/>
                <a:sym typeface="Consolas"/>
              </a:defRPr>
            </a:pPr>
            <a:r>
              <a:t>  }</a:t>
            </a:r>
          </a:p>
          <a:p>
            <a:pPr>
              <a:defRPr sz="1400">
                <a:solidFill>
                  <a:srgbClr val="D4D4D4"/>
                </a:solidFill>
                <a:latin typeface="Consolas"/>
                <a:ea typeface="Consolas"/>
                <a:cs typeface="Consolas"/>
                <a:sym typeface="Consolas"/>
              </a:defRPr>
            </a:pPr>
            <a:r>
              <a:t>}</a:t>
            </a:r>
          </a:p>
          <a:p>
            <a:pPr>
              <a:defRPr sz="1400">
                <a:solidFill>
                  <a:srgbClr val="D4D4D4"/>
                </a:solidFill>
                <a:latin typeface="Consolas"/>
                <a:ea typeface="Consolas"/>
                <a:cs typeface="Consolas"/>
                <a:sym typeface="Consolas"/>
              </a:defRPr>
            </a:pPr>
            <a:br/>
            <a:r>
              <a:rPr>
                <a:solidFill>
                  <a:srgbClr val="569CD6"/>
                </a:solidFill>
              </a:rPr>
              <a:t>const</a:t>
            </a:r>
            <a:r>
              <a:t> </a:t>
            </a:r>
            <a:r>
              <a:rPr>
                <a:solidFill>
                  <a:srgbClr val="4FC1FF"/>
                </a:solidFill>
              </a:rPr>
              <a:t>notebook</a:t>
            </a:r>
            <a:r>
              <a:t> = </a:t>
            </a:r>
            <a:r>
              <a:rPr>
                <a:solidFill>
                  <a:srgbClr val="569CD6"/>
                </a:solidFill>
              </a:rPr>
              <a:t>new</a:t>
            </a:r>
            <a:r>
              <a:t> </a:t>
            </a:r>
            <a:r>
              <a:rPr>
                <a:solidFill>
                  <a:srgbClr val="4EC9B0"/>
                </a:solidFill>
              </a:rPr>
              <a:t>Notebook</a:t>
            </a:r>
            <a:r>
              <a:t>(</a:t>
            </a:r>
            <a:r>
              <a:rPr>
                <a:solidFill>
                  <a:srgbClr val="CE9178"/>
                </a:solidFill>
              </a:rPr>
              <a:t>"HP G</a:t>
            </a:r>
            <a:r>
              <a:rPr>
                <a:solidFill>
                  <a:srgbClr val="CE9178"/>
                </a:solidFill>
              </a:rPr>
              <a:t>8</a:t>
            </a:r>
            <a:r>
              <a:rPr>
                <a:solidFill>
                  <a:srgbClr val="CE9178"/>
                </a:solidFill>
              </a:rPr>
              <a:t>"</a:t>
            </a:r>
            <a:r>
              <a:t>);</a:t>
            </a:r>
          </a:p>
          <a:p>
            <a:pPr>
              <a:defRPr sz="1400">
                <a:solidFill>
                  <a:srgbClr val="4FC1FF"/>
                </a:solidFill>
                <a:latin typeface="Consolas"/>
                <a:ea typeface="Consolas"/>
                <a:cs typeface="Consolas"/>
                <a:sym typeface="Consolas"/>
              </a:defRPr>
            </a:pPr>
            <a:r>
              <a:t>notebook</a:t>
            </a:r>
            <a:r>
              <a:rPr>
                <a:solidFill>
                  <a:srgbClr val="D4D4D4"/>
                </a:solidFill>
              </a:rPr>
              <a:t>.</a:t>
            </a:r>
            <a:r>
              <a:rPr>
                <a:solidFill>
                  <a:srgbClr val="DCDCAA"/>
                </a:solidFill>
              </a:rPr>
              <a:t>describe</a:t>
            </a:r>
            <a:r>
              <a:rPr>
                <a:solidFill>
                  <a:srgbClr val="D4D4D4"/>
                </a:solidFill>
              </a:rPr>
              <a: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8"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19" name="Title 14"/>
          <p:cNvSpPr txBox="1"/>
          <p:nvPr>
            <p:ph type="title"/>
          </p:nvPr>
        </p:nvSpPr>
        <p:spPr>
          <a:xfrm>
            <a:off x="457200" y="2292310"/>
            <a:ext cx="7450140" cy="923331"/>
          </a:xfrm>
          <a:prstGeom prst="rect">
            <a:avLst/>
          </a:prstGeom>
        </p:spPr>
        <p:txBody>
          <a:bodyPr/>
          <a:lstStyle/>
          <a:p>
            <a:pPr/>
            <a:r>
              <a:t>Function definitions</a:t>
            </a:r>
          </a:p>
        </p:txBody>
      </p:sp>
      <p:sp>
        <p:nvSpPr>
          <p:cNvPr id="820" name="Text Placeholder 15"/>
          <p:cNvSpPr txBox="1"/>
          <p:nvPr>
            <p:ph type="body" sz="half" idx="1"/>
          </p:nvPr>
        </p:nvSpPr>
        <p:spPr>
          <a:prstGeom prst="rect">
            <a:avLst/>
          </a:prstGeom>
        </p:spPr>
        <p:txBody>
          <a:bodyPr/>
          <a:lstStyle/>
          <a:p>
            <a:pPr/>
            <a:r>
              <a:t>Different types and ways to define a function</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2"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23" name="Text Placeholder 2"/>
          <p:cNvSpPr txBox="1"/>
          <p:nvPr>
            <p:ph type="body" sz="quarter" idx="1"/>
          </p:nvPr>
        </p:nvSpPr>
        <p:spPr>
          <a:xfrm>
            <a:off x="457200" y="231494"/>
            <a:ext cx="3611880" cy="225706"/>
          </a:xfrm>
          <a:prstGeom prst="rect">
            <a:avLst/>
          </a:prstGeom>
        </p:spPr>
        <p:txBody>
          <a:bodyPr/>
          <a:lstStyle/>
          <a:p>
            <a:pPr/>
            <a:r>
              <a:t>Function definitions</a:t>
            </a:r>
          </a:p>
        </p:txBody>
      </p:sp>
      <p:sp>
        <p:nvSpPr>
          <p:cNvPr id="824" name="Title 1"/>
          <p:cNvSpPr txBox="1"/>
          <p:nvPr>
            <p:ph type="title"/>
          </p:nvPr>
        </p:nvSpPr>
        <p:spPr>
          <a:prstGeom prst="rect">
            <a:avLst/>
          </a:prstGeom>
        </p:spPr>
        <p:txBody>
          <a:bodyPr/>
          <a:lstStyle/>
          <a:p>
            <a:pPr/>
            <a:r>
              <a:t>Type of functions</a:t>
            </a:r>
          </a:p>
        </p:txBody>
      </p:sp>
      <p:sp>
        <p:nvSpPr>
          <p:cNvPr id="825" name="Content Placeholder 2"/>
          <p:cNvSpPr txBox="1"/>
          <p:nvPr/>
        </p:nvSpPr>
        <p:spPr>
          <a:xfrm>
            <a:off x="402908" y="955209"/>
            <a:ext cx="5327918" cy="533294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lnSpc>
                <a:spcPct val="110000"/>
              </a:lnSpc>
              <a:spcBef>
                <a:spcPts val="600"/>
              </a:spcBef>
              <a:buSzPct val="100000"/>
              <a:buFont typeface="Arial"/>
              <a:buChar char="•"/>
            </a:pPr>
            <a:r>
              <a:t>Regular function</a:t>
            </a:r>
          </a:p>
          <a:p>
            <a:pPr lvl="1" marL="971550" indent="-285750">
              <a:lnSpc>
                <a:spcPct val="110000"/>
              </a:lnSpc>
              <a:spcBef>
                <a:spcPts val="600"/>
              </a:spcBef>
              <a:buSzPct val="100000"/>
              <a:buFont typeface="Arial"/>
              <a:buChar char="•"/>
              <a:defRPr sz="1600"/>
            </a:pPr>
            <a:r>
              <a:t>Can return anything</a:t>
            </a:r>
          </a:p>
          <a:p>
            <a:pPr lvl="1" marL="971550" indent="-285750">
              <a:lnSpc>
                <a:spcPct val="110000"/>
              </a:lnSpc>
              <a:spcBef>
                <a:spcPts val="600"/>
              </a:spcBef>
              <a:buSzPct val="100000"/>
              <a:buFont typeface="Arial"/>
              <a:buChar char="•"/>
              <a:defRPr sz="1600"/>
            </a:pPr>
            <a:r>
              <a:t>Always runs to completion after invocation</a:t>
            </a:r>
          </a:p>
          <a:p>
            <a:pPr marL="285750" indent="-285750">
              <a:lnSpc>
                <a:spcPct val="110000"/>
              </a:lnSpc>
              <a:spcBef>
                <a:spcPts val="600"/>
              </a:spcBef>
              <a:buSzPct val="100000"/>
              <a:buFont typeface="Arial"/>
              <a:buChar char="•"/>
            </a:pPr>
            <a:r>
              <a:t>Async functions</a:t>
            </a:r>
          </a:p>
          <a:p>
            <a:pPr lvl="1" marL="971550" indent="-285750">
              <a:lnSpc>
                <a:spcPct val="110000"/>
              </a:lnSpc>
              <a:spcBef>
                <a:spcPts val="600"/>
              </a:spcBef>
              <a:buSzPct val="100000"/>
              <a:buFont typeface="Arial"/>
              <a:buChar char="•"/>
              <a:defRPr sz="1600"/>
            </a:pPr>
            <a:r>
              <a:t>Always returns a Promise</a:t>
            </a:r>
          </a:p>
          <a:p>
            <a:pPr lvl="1" marL="971550" indent="-285750">
              <a:lnSpc>
                <a:spcPct val="110000"/>
              </a:lnSpc>
              <a:spcBef>
                <a:spcPts val="600"/>
              </a:spcBef>
              <a:buSzPct val="100000"/>
              <a:buFont typeface="Arial"/>
              <a:buChar char="•"/>
              <a:defRPr sz="1600"/>
            </a:pPr>
            <a:r>
              <a:t>Let us use the await operator</a:t>
            </a:r>
            <a:endParaRPr sz="1200"/>
          </a:p>
          <a:p>
            <a:pPr marL="285750" indent="-285750">
              <a:lnSpc>
                <a:spcPct val="110000"/>
              </a:lnSpc>
              <a:spcBef>
                <a:spcPts val="600"/>
              </a:spcBef>
              <a:buSzPct val="100000"/>
              <a:buFont typeface="Arial"/>
              <a:buChar char="•"/>
            </a:pPr>
            <a:r>
              <a:t>Generator functions *</a:t>
            </a:r>
            <a:endParaRPr sz="1200"/>
          </a:p>
          <a:p>
            <a:pPr lvl="1" marL="971550" indent="-285750">
              <a:lnSpc>
                <a:spcPct val="110000"/>
              </a:lnSpc>
              <a:spcBef>
                <a:spcPts val="600"/>
              </a:spcBef>
              <a:buSzPct val="100000"/>
              <a:buFont typeface="Arial"/>
              <a:buChar char="•"/>
              <a:defRPr sz="1600"/>
            </a:pPr>
            <a:r>
              <a:t>Returns a Generator object</a:t>
            </a:r>
          </a:p>
          <a:p>
            <a:pPr lvl="1" marL="971550" indent="-285750">
              <a:lnSpc>
                <a:spcPct val="110000"/>
              </a:lnSpc>
              <a:spcBef>
                <a:spcPts val="600"/>
              </a:spcBef>
              <a:buSzPct val="100000"/>
              <a:buFont typeface="Arial"/>
              <a:buChar char="•"/>
              <a:defRPr sz="1600"/>
            </a:pPr>
            <a:r>
              <a:t>Let us use the yield operator</a:t>
            </a:r>
            <a:endParaRPr sz="1200"/>
          </a:p>
          <a:p>
            <a:pPr marL="285750" indent="-285750">
              <a:lnSpc>
                <a:spcPct val="110000"/>
              </a:lnSpc>
              <a:spcBef>
                <a:spcPts val="600"/>
              </a:spcBef>
              <a:buSzPct val="100000"/>
              <a:buFont typeface="Arial"/>
              <a:buChar char="•"/>
            </a:pPr>
            <a:r>
              <a:t>Async generator functions *</a:t>
            </a:r>
            <a:endParaRPr sz="1200"/>
          </a:p>
          <a:p>
            <a:pPr lvl="1" marL="971550" indent="-285750">
              <a:lnSpc>
                <a:spcPct val="110000"/>
              </a:lnSpc>
              <a:spcBef>
                <a:spcPts val="600"/>
              </a:spcBef>
              <a:buSzPct val="100000"/>
              <a:buFont typeface="Arial"/>
              <a:buChar char="•"/>
              <a:defRPr sz="1600"/>
            </a:pPr>
            <a:r>
              <a:t>Returns an AsyncGenerator object</a:t>
            </a:r>
          </a:p>
          <a:p>
            <a:pPr lvl="1" marL="971550" indent="-285750">
              <a:lnSpc>
                <a:spcPct val="110000"/>
              </a:lnSpc>
              <a:spcBef>
                <a:spcPts val="600"/>
              </a:spcBef>
              <a:buSzPct val="100000"/>
              <a:buFont typeface="Arial"/>
              <a:buChar char="•"/>
              <a:defRPr sz="1600"/>
            </a:pPr>
            <a:r>
              <a:t>Both await and yield can be used</a:t>
            </a:r>
          </a:p>
          <a:p>
            <a:pPr marL="285750" indent="-285750">
              <a:lnSpc>
                <a:spcPct val="110000"/>
              </a:lnSpc>
              <a:spcBef>
                <a:spcPts val="600"/>
              </a:spcBef>
              <a:buSzPct val="100000"/>
              <a:buFont typeface="Arial"/>
              <a:buChar char="•"/>
            </a:pPr>
          </a:p>
          <a:p>
            <a:pPr>
              <a:lnSpc>
                <a:spcPct val="110000"/>
              </a:lnSpc>
              <a:spcBef>
                <a:spcPts val="600"/>
              </a:spcBef>
              <a:defRPr sz="1200"/>
            </a:pPr>
            <a:r>
              <a:rPr u="sng">
                <a:solidFill>
                  <a:schemeClr val="accent2"/>
                </a:solidFill>
                <a:uFill>
                  <a:solidFill>
                    <a:schemeClr val="accent2"/>
                  </a:solidFill>
                </a:uFill>
                <a:hlinkClick r:id="rId2" invalidUrl="" action="" tgtFrame="" tooltip="" history="1" highlightClick="0" endSnd="0"/>
              </a:rPr>
              <a:t>https://developer.mozilla.org/en-US/docs/Web/JavaScript/Reference/Functions</a:t>
            </a:r>
          </a:p>
          <a:p>
            <a:pPr algn="r">
              <a:lnSpc>
                <a:spcPct val="110000"/>
              </a:lnSpc>
              <a:spcBef>
                <a:spcPts val="1000"/>
              </a:spcBef>
              <a:defRPr sz="1000"/>
            </a:pPr>
            <a:r>
              <a:t>* </a:t>
            </a:r>
            <a:r>
              <a:t>Just mentioned, n</a:t>
            </a:r>
            <a:r>
              <a:t>ot part of the training</a:t>
            </a:r>
          </a:p>
        </p:txBody>
      </p:sp>
      <p:sp>
        <p:nvSpPr>
          <p:cNvPr id="826" name="Content Placeholder 3"/>
          <p:cNvSpPr txBox="1"/>
          <p:nvPr/>
        </p:nvSpPr>
        <p:spPr>
          <a:xfrm>
            <a:off x="6244297" y="457199"/>
            <a:ext cx="5843368" cy="44177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0000"/>
              </a:lnSpc>
              <a:spcBef>
                <a:spcPts val="1400"/>
              </a:spcBef>
              <a:defRPr b="1" sz="2200">
                <a:solidFill>
                  <a:srgbClr val="FFFFFF"/>
                </a:solidFill>
              </a:defRPr>
            </a:pPr>
            <a:r>
              <a:t>Definition types</a:t>
            </a:r>
          </a:p>
          <a:p>
            <a:pPr marL="285750" indent="-285750">
              <a:lnSpc>
                <a:spcPct val="110000"/>
              </a:lnSpc>
              <a:spcBef>
                <a:spcPts val="600"/>
              </a:spcBef>
              <a:buSzPct val="100000"/>
              <a:buFont typeface="Arial"/>
              <a:buChar char="•"/>
              <a:defRPr sz="1600">
                <a:solidFill>
                  <a:srgbClr val="FFFFFF"/>
                </a:solidFill>
              </a:defRPr>
            </a:pPr>
            <a:r>
              <a:t>Declaration</a:t>
            </a:r>
          </a:p>
          <a:p>
            <a:pPr lvl="1" marL="857250" indent="-171450">
              <a:lnSpc>
                <a:spcPct val="110000"/>
              </a:lnSpc>
              <a:spcBef>
                <a:spcPts val="600"/>
              </a:spcBef>
              <a:buSzPct val="100000"/>
              <a:buFont typeface="Arial"/>
              <a:buChar char="•"/>
              <a:defRPr sz="1200">
                <a:solidFill>
                  <a:srgbClr val="569CD6"/>
                </a:solidFill>
                <a:latin typeface="Consolas"/>
                <a:ea typeface="Consolas"/>
                <a:cs typeface="Consolas"/>
                <a:sym typeface="Consolas"/>
              </a:defRPr>
            </a:pPr>
            <a:r>
              <a:t>function</a:t>
            </a:r>
            <a:r>
              <a:rPr>
                <a:solidFill>
                  <a:srgbClr val="D4D4D4"/>
                </a:solidFill>
              </a:rPr>
              <a:t> </a:t>
            </a:r>
            <a:r>
              <a:rPr>
                <a:solidFill>
                  <a:srgbClr val="DCDCAA"/>
                </a:solidFill>
              </a:rPr>
              <a:t>myFunction</a:t>
            </a:r>
            <a:r>
              <a:rPr>
                <a:solidFill>
                  <a:srgbClr val="D4D4D4"/>
                </a:solidFill>
              </a:rPr>
              <a:t>(</a:t>
            </a:r>
            <a:r>
              <a:rPr>
                <a:solidFill>
                  <a:srgbClr val="9CDCFE"/>
                </a:solidFill>
              </a:rPr>
              <a:t>param1</a:t>
            </a:r>
            <a:r>
              <a:rPr>
                <a:solidFill>
                  <a:srgbClr val="D4D4D4"/>
                </a:solidFill>
              </a:rPr>
              <a:t>, </a:t>
            </a:r>
            <a:r>
              <a:rPr>
                <a:solidFill>
                  <a:srgbClr val="9CDCFE"/>
                </a:solidFill>
              </a:rPr>
              <a:t>param2</a:t>
            </a:r>
            <a:r>
              <a:rPr>
                <a:solidFill>
                  <a:srgbClr val="D4D4D4"/>
                </a:solidFill>
              </a:rPr>
              <a:t>) {...}</a:t>
            </a:r>
            <a:endParaRPr>
              <a:solidFill>
                <a:srgbClr val="D4D4D4"/>
              </a:solidFill>
            </a:endParaRPr>
          </a:p>
          <a:p>
            <a:pPr marL="285750" indent="-285750">
              <a:lnSpc>
                <a:spcPct val="110000"/>
              </a:lnSpc>
              <a:spcBef>
                <a:spcPts val="600"/>
              </a:spcBef>
              <a:buSzPct val="100000"/>
              <a:buFont typeface="Arial"/>
              <a:buChar char="•"/>
              <a:defRPr sz="1600">
                <a:solidFill>
                  <a:srgbClr val="FFFFFF"/>
                </a:solidFill>
              </a:defRPr>
            </a:pPr>
            <a:r>
              <a:t>Expression</a:t>
            </a:r>
            <a:endParaRPr sz="1200"/>
          </a:p>
          <a:p>
            <a:pPr lvl="1" marL="857250" indent="-171450">
              <a:lnSpc>
                <a:spcPct val="110000"/>
              </a:lnSpc>
              <a:spcBef>
                <a:spcPts val="600"/>
              </a:spcBef>
              <a:buSzPct val="100000"/>
              <a:buFont typeface="Arial"/>
              <a:buChar char="•"/>
              <a:defRPr sz="1200">
                <a:solidFill>
                  <a:srgbClr val="569CD6"/>
                </a:solidFill>
                <a:latin typeface="Consolas"/>
                <a:ea typeface="Consolas"/>
                <a:cs typeface="Consolas"/>
                <a:sym typeface="Consolas"/>
              </a:defRPr>
            </a:pPr>
            <a:r>
              <a:t>const</a:t>
            </a:r>
            <a:r>
              <a:rPr>
                <a:solidFill>
                  <a:srgbClr val="D4D4D4"/>
                </a:solidFill>
              </a:rPr>
              <a:t> </a:t>
            </a:r>
            <a:r>
              <a:rPr>
                <a:solidFill>
                  <a:srgbClr val="DCDCAA"/>
                </a:solidFill>
              </a:rPr>
              <a:t>myFunction</a:t>
            </a:r>
            <a:r>
              <a:rPr>
                <a:solidFill>
                  <a:srgbClr val="D4D4D4"/>
                </a:solidFill>
              </a:rPr>
              <a:t> = </a:t>
            </a:r>
            <a:r>
              <a:t>function</a:t>
            </a:r>
            <a:r>
              <a:rPr>
                <a:solidFill>
                  <a:srgbClr val="D4D4D4"/>
                </a:solidFill>
              </a:rPr>
              <a:t>(</a:t>
            </a:r>
            <a:r>
              <a:rPr>
                <a:solidFill>
                  <a:srgbClr val="9CDCFE"/>
                </a:solidFill>
              </a:rPr>
              <a:t>param1</a:t>
            </a:r>
            <a:r>
              <a:rPr>
                <a:solidFill>
                  <a:srgbClr val="D4D4D4"/>
                </a:solidFill>
              </a:rPr>
              <a:t>, </a:t>
            </a:r>
            <a:r>
              <a:rPr>
                <a:solidFill>
                  <a:srgbClr val="9CDCFE"/>
                </a:solidFill>
              </a:rPr>
              <a:t>param2</a:t>
            </a:r>
            <a:r>
              <a:rPr>
                <a:solidFill>
                  <a:srgbClr val="D4D4D4"/>
                </a:solidFill>
              </a:rPr>
              <a:t>) {</a:t>
            </a:r>
            <a:r>
              <a:rPr>
                <a:solidFill>
                  <a:srgbClr val="D4D4D4"/>
                </a:solidFill>
              </a:rPr>
              <a:t>...</a:t>
            </a:r>
            <a:r>
              <a:rPr>
                <a:solidFill>
                  <a:srgbClr val="D4D4D4"/>
                </a:solidFill>
              </a:rPr>
              <a:t>};</a:t>
            </a:r>
            <a:endParaRPr>
              <a:solidFill>
                <a:srgbClr val="D4D4D4"/>
              </a:solidFill>
            </a:endParaRPr>
          </a:p>
          <a:p>
            <a:pPr lvl="1" marL="857250" indent="-171450">
              <a:lnSpc>
                <a:spcPct val="110000"/>
              </a:lnSpc>
              <a:spcBef>
                <a:spcPts val="600"/>
              </a:spcBef>
              <a:buSzPct val="100000"/>
              <a:buFont typeface="Arial"/>
              <a:buChar char="•"/>
              <a:defRPr sz="1200">
                <a:solidFill>
                  <a:srgbClr val="569CD6"/>
                </a:solidFill>
                <a:latin typeface="Consolas"/>
                <a:ea typeface="Consolas"/>
                <a:cs typeface="Consolas"/>
                <a:sym typeface="Consolas"/>
              </a:defRPr>
            </a:pPr>
            <a:r>
              <a:t>const</a:t>
            </a:r>
            <a:r>
              <a:rPr>
                <a:solidFill>
                  <a:srgbClr val="D4D4D4"/>
                </a:solidFill>
              </a:rPr>
              <a:t> </a:t>
            </a:r>
            <a:r>
              <a:rPr>
                <a:solidFill>
                  <a:srgbClr val="DCDCAA"/>
                </a:solidFill>
              </a:rPr>
              <a:t>myFunction</a:t>
            </a:r>
            <a:r>
              <a:rPr>
                <a:solidFill>
                  <a:srgbClr val="D4D4D4"/>
                </a:solidFill>
              </a:rPr>
              <a:t> = () </a:t>
            </a:r>
            <a:r>
              <a:t>=&gt;</a:t>
            </a:r>
            <a:r>
              <a:rPr>
                <a:solidFill>
                  <a:srgbClr val="D4D4D4"/>
                </a:solidFill>
              </a:rPr>
              <a:t> {</a:t>
            </a:r>
            <a:r>
              <a:rPr>
                <a:solidFill>
                  <a:srgbClr val="D4D4D4"/>
                </a:solidFill>
              </a:rPr>
              <a:t>...</a:t>
            </a:r>
            <a:r>
              <a:rPr>
                <a:solidFill>
                  <a:srgbClr val="D4D4D4"/>
                </a:solidFill>
              </a:rPr>
              <a:t>};</a:t>
            </a:r>
            <a:r>
              <a:rPr>
                <a:solidFill>
                  <a:srgbClr val="D4D4D4"/>
                </a:solidFill>
              </a:rPr>
              <a:t> </a:t>
            </a:r>
            <a:r>
              <a:rPr>
                <a:solidFill>
                  <a:srgbClr val="BAD49C"/>
                </a:solidFill>
              </a:rPr>
              <a:t>// arrow</a:t>
            </a:r>
            <a:endParaRPr>
              <a:solidFill>
                <a:srgbClr val="BAD49C"/>
              </a:solidFill>
            </a:endParaRPr>
          </a:p>
          <a:p>
            <a:pPr lvl="1" marL="857250" indent="-171450">
              <a:lnSpc>
                <a:spcPct val="110000"/>
              </a:lnSpc>
              <a:spcBef>
                <a:spcPts val="600"/>
              </a:spcBef>
              <a:buSzPct val="100000"/>
              <a:buFont typeface="Arial"/>
              <a:buChar char="•"/>
              <a:defRPr sz="1200">
                <a:solidFill>
                  <a:srgbClr val="D4D4D4"/>
                </a:solidFill>
                <a:latin typeface="Consolas"/>
                <a:ea typeface="Consolas"/>
                <a:cs typeface="Consolas"/>
                <a:sym typeface="Consolas"/>
              </a:defRPr>
            </a:pPr>
            <a:r>
              <a:t>setTimeout(</a:t>
            </a:r>
            <a:r>
              <a:rPr>
                <a:solidFill>
                  <a:srgbClr val="569CD6"/>
                </a:solidFill>
              </a:rPr>
              <a:t>function</a:t>
            </a:r>
            <a:r>
              <a:t>()</a:t>
            </a:r>
            <a:r>
              <a:t> {...}); </a:t>
            </a:r>
            <a:r>
              <a:rPr>
                <a:solidFill>
                  <a:srgbClr val="BAD49C"/>
                </a:solidFill>
              </a:rPr>
              <a:t>// </a:t>
            </a:r>
            <a:r>
              <a:rPr>
                <a:solidFill>
                  <a:srgbClr val="BAD49C"/>
                </a:solidFill>
              </a:rPr>
              <a:t>callback</a:t>
            </a:r>
            <a:endParaRPr>
              <a:solidFill>
                <a:srgbClr val="BAD49C"/>
              </a:solidFill>
            </a:endParaRPr>
          </a:p>
          <a:p>
            <a:pPr lvl="1" marL="857250" indent="-171450">
              <a:lnSpc>
                <a:spcPct val="110000"/>
              </a:lnSpc>
              <a:spcBef>
                <a:spcPts val="600"/>
              </a:spcBef>
              <a:buSzPct val="100000"/>
              <a:buFont typeface="Arial"/>
              <a:buChar char="•"/>
              <a:defRPr sz="1200">
                <a:solidFill>
                  <a:srgbClr val="D4D4D4"/>
                </a:solidFill>
                <a:latin typeface="Consolas"/>
                <a:ea typeface="Consolas"/>
                <a:cs typeface="Consolas"/>
                <a:sym typeface="Consolas"/>
              </a:defRPr>
            </a:pPr>
            <a:r>
              <a:t>(()</a:t>
            </a:r>
            <a:r>
              <a:t> </a:t>
            </a:r>
            <a:r>
              <a:rPr>
                <a:solidFill>
                  <a:srgbClr val="569CD6"/>
                </a:solidFill>
              </a:rPr>
              <a:t>=&gt;</a:t>
            </a:r>
            <a:r>
              <a:t> {</a:t>
            </a:r>
            <a:r>
              <a:t>...</a:t>
            </a:r>
            <a:r>
              <a:t>})()</a:t>
            </a:r>
            <a:r>
              <a:t>; </a:t>
            </a:r>
            <a:r>
              <a:rPr>
                <a:solidFill>
                  <a:srgbClr val="BAD49C"/>
                </a:solidFill>
              </a:rPr>
              <a:t>// </a:t>
            </a:r>
            <a:r>
              <a:rPr>
                <a:solidFill>
                  <a:srgbClr val="BAD49C"/>
                </a:solidFill>
              </a:rPr>
              <a:t>IIFE</a:t>
            </a:r>
            <a:endParaRPr>
              <a:solidFill>
                <a:srgbClr val="BAD49C"/>
              </a:solidFill>
            </a:endParaRPr>
          </a:p>
          <a:p>
            <a:pPr lvl="1" marL="857250" indent="-171450">
              <a:lnSpc>
                <a:spcPct val="110000"/>
              </a:lnSpc>
              <a:spcBef>
                <a:spcPts val="600"/>
              </a:spcBef>
              <a:buSzPct val="100000"/>
              <a:buFont typeface="Arial"/>
              <a:buChar char="•"/>
              <a:defRPr sz="1200">
                <a:solidFill>
                  <a:srgbClr val="569CD6"/>
                </a:solidFill>
                <a:latin typeface="Consolas"/>
                <a:ea typeface="Consolas"/>
                <a:cs typeface="Consolas"/>
                <a:sym typeface="Consolas"/>
              </a:defRPr>
            </a:pPr>
            <a:r>
              <a:t>const</a:t>
            </a:r>
            <a:r>
              <a:rPr>
                <a:solidFill>
                  <a:srgbClr val="D4D4D4"/>
                </a:solidFill>
              </a:rPr>
              <a:t> obj = { myFunction: </a:t>
            </a:r>
            <a:r>
              <a:t>function</a:t>
            </a:r>
            <a:r>
              <a:rPr>
                <a:solidFill>
                  <a:srgbClr val="D4D4D4"/>
                </a:solidFill>
              </a:rPr>
              <a:t>()</a:t>
            </a:r>
            <a:r>
              <a:rPr>
                <a:solidFill>
                  <a:srgbClr val="D4D4D4"/>
                </a:solidFill>
              </a:rPr>
              <a:t> {...} }; </a:t>
            </a:r>
            <a:r>
              <a:rPr>
                <a:solidFill>
                  <a:srgbClr val="BAD49C"/>
                </a:solidFill>
              </a:rPr>
              <a:t>//method</a:t>
            </a:r>
            <a:endParaRPr>
              <a:solidFill>
                <a:srgbClr val="BAD49C"/>
              </a:solidFill>
            </a:endParaRPr>
          </a:p>
          <a:p>
            <a:pPr marL="285750" indent="-285750">
              <a:lnSpc>
                <a:spcPct val="110000"/>
              </a:lnSpc>
              <a:spcBef>
                <a:spcPts val="600"/>
              </a:spcBef>
              <a:buSzPct val="100000"/>
              <a:buFont typeface="Arial"/>
              <a:buChar char="•"/>
              <a:defRPr sz="1600">
                <a:solidFill>
                  <a:srgbClr val="FFFFFF"/>
                </a:solidFill>
              </a:defRPr>
            </a:pPr>
            <a:r>
              <a:t>Constructor</a:t>
            </a:r>
          </a:p>
          <a:p>
            <a:pPr lvl="1" indent="685800">
              <a:lnSpc>
                <a:spcPct val="110000"/>
              </a:lnSpc>
              <a:defRPr sz="1200">
                <a:solidFill>
                  <a:srgbClr val="569CD6"/>
                </a:solidFill>
                <a:latin typeface="Consolas"/>
                <a:ea typeface="Consolas"/>
                <a:cs typeface="Consolas"/>
                <a:sym typeface="Consolas"/>
              </a:defRPr>
            </a:pPr>
            <a:r>
              <a:t>const</a:t>
            </a:r>
            <a:r>
              <a:rPr>
                <a:solidFill>
                  <a:srgbClr val="FFFFFF"/>
                </a:solidFill>
              </a:rPr>
              <a:t> </a:t>
            </a:r>
            <a:r>
              <a:rPr>
                <a:solidFill>
                  <a:srgbClr val="DCDCAA"/>
                </a:solidFill>
              </a:rPr>
              <a:t>myFunction</a:t>
            </a:r>
            <a:r>
              <a:rPr>
                <a:solidFill>
                  <a:srgbClr val="FFFFFF"/>
                </a:solidFill>
              </a:rPr>
              <a:t> = </a:t>
            </a:r>
            <a:r>
              <a:t>new</a:t>
            </a:r>
            <a:r>
              <a:rPr>
                <a:solidFill>
                  <a:srgbClr val="FFFFFF"/>
                </a:solidFill>
              </a:rPr>
              <a:t> </a:t>
            </a:r>
            <a:r>
              <a:rPr>
                <a:solidFill>
                  <a:srgbClr val="4EC9B0"/>
                </a:solidFill>
              </a:rPr>
              <a:t>Function</a:t>
            </a:r>
            <a:r>
              <a:rPr>
                <a:solidFill>
                  <a:srgbClr val="FFFFFF"/>
                </a:solidFill>
              </a:rPr>
              <a:t>(</a:t>
            </a:r>
            <a:endParaRPr>
              <a:solidFill>
                <a:srgbClr val="FFFFFF"/>
              </a:solidFill>
            </a:endParaRPr>
          </a:p>
          <a:p>
            <a:pPr lvl="1" indent="685800">
              <a:lnSpc>
                <a:spcPct val="110000"/>
              </a:lnSpc>
              <a:defRPr sz="1200">
                <a:solidFill>
                  <a:srgbClr val="FFFFFF"/>
                </a:solidFill>
                <a:latin typeface="Consolas"/>
                <a:ea typeface="Consolas"/>
                <a:cs typeface="Consolas"/>
                <a:sym typeface="Consolas"/>
              </a:defRPr>
            </a:pPr>
            <a:r>
              <a:t>  </a:t>
            </a:r>
            <a:r>
              <a:rPr>
                <a:solidFill>
                  <a:srgbClr val="CE9178"/>
                </a:solidFill>
              </a:rPr>
              <a:t>'a'</a:t>
            </a:r>
            <a:r>
              <a:t>,</a:t>
            </a:r>
          </a:p>
          <a:p>
            <a:pPr lvl="1" indent="685800">
              <a:lnSpc>
                <a:spcPct val="110000"/>
              </a:lnSpc>
              <a:defRPr sz="1200">
                <a:solidFill>
                  <a:srgbClr val="FFFFFF"/>
                </a:solidFill>
                <a:latin typeface="Consolas"/>
                <a:ea typeface="Consolas"/>
                <a:cs typeface="Consolas"/>
                <a:sym typeface="Consolas"/>
              </a:defRPr>
            </a:pPr>
            <a:r>
              <a:t>  </a:t>
            </a:r>
            <a:r>
              <a:rPr>
                <a:solidFill>
                  <a:srgbClr val="CE9178"/>
                </a:solidFill>
              </a:rPr>
              <a:t>'b'</a:t>
            </a:r>
            <a:r>
              <a:t>,</a:t>
            </a:r>
            <a:endParaRPr>
              <a:solidFill>
                <a:srgbClr val="CE9178"/>
              </a:solidFill>
            </a:endParaRPr>
          </a:p>
          <a:p>
            <a:pPr lvl="1" indent="685800">
              <a:lnSpc>
                <a:spcPct val="110000"/>
              </a:lnSpc>
              <a:defRPr sz="1200">
                <a:solidFill>
                  <a:srgbClr val="CE9178"/>
                </a:solidFill>
                <a:latin typeface="Consolas"/>
                <a:ea typeface="Consolas"/>
                <a:cs typeface="Consolas"/>
                <a:sym typeface="Consolas"/>
              </a:defRPr>
            </a:pPr>
            <a:r>
              <a:t>  '</a:t>
            </a:r>
            <a:r>
              <a:t>return </a:t>
            </a:r>
            <a:r>
              <a:t>a</a:t>
            </a:r>
            <a:r>
              <a:t> + </a:t>
            </a:r>
            <a:r>
              <a:t>b'</a:t>
            </a:r>
          </a:p>
          <a:p>
            <a:pPr lvl="1" indent="685800">
              <a:lnSpc>
                <a:spcPct val="110000"/>
              </a:lnSpc>
              <a:defRPr sz="1200">
                <a:solidFill>
                  <a:srgbClr val="FFFFFF"/>
                </a:solidFill>
                <a:latin typeface="Consolas"/>
                <a:ea typeface="Consolas"/>
                <a:cs typeface="Consolas"/>
                <a:sym typeface="Consolas"/>
              </a:defRPr>
            </a:pPr>
            <a:r>
              <a:t>);</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8"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29" name="Cím 3"/>
          <p:cNvSpPr txBox="1"/>
          <p:nvPr>
            <p:ph type="title"/>
          </p:nvPr>
        </p:nvSpPr>
        <p:spPr>
          <a:xfrm>
            <a:off x="457200" y="2292310"/>
            <a:ext cx="7450140" cy="923331"/>
          </a:xfrm>
          <a:prstGeom prst="rect">
            <a:avLst/>
          </a:prstGeom>
        </p:spPr>
        <p:txBody>
          <a:bodyPr/>
          <a:lstStyle>
            <a:lvl1pPr defTabSz="896111">
              <a:defRPr sz="5880"/>
            </a:lvl1pPr>
          </a:lstStyle>
          <a:p>
            <a:pPr/>
            <a:r>
              <a:t>Functional programming</a:t>
            </a:r>
          </a:p>
        </p:txBody>
      </p:sp>
      <p:sp>
        <p:nvSpPr>
          <p:cNvPr id="830" name="Szöveg helye 4"/>
          <p:cNvSpPr txBox="1"/>
          <p:nvPr>
            <p:ph type="body" sz="half" idx="1"/>
          </p:nvPr>
        </p:nvSpPr>
        <p:spPr>
          <a:prstGeom prst="rect">
            <a:avLst/>
          </a:prstGeom>
        </p:spPr>
        <p:txBody>
          <a:bodyPr/>
          <a:lstStyle/>
          <a:p>
            <a:pPr/>
            <a:r>
              <a:t>Lisp: Everything is a function</a:t>
            </a:r>
          </a:p>
          <a:p>
            <a:pPr/>
            <a:r>
              <a:t>JavaScript: </a:t>
            </a:r>
            <a:r>
              <a:t>hold my beer</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2"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33" name="Cím 3"/>
          <p:cNvSpPr txBox="1"/>
          <p:nvPr>
            <p:ph type="title"/>
          </p:nvPr>
        </p:nvSpPr>
        <p:spPr>
          <a:xfrm>
            <a:off x="457199" y="457200"/>
            <a:ext cx="11274554" cy="457200"/>
          </a:xfrm>
          <a:prstGeom prst="rect">
            <a:avLst/>
          </a:prstGeom>
        </p:spPr>
        <p:txBody>
          <a:bodyPr/>
          <a:lstStyle/>
          <a:p>
            <a:pPr/>
            <a:r>
              <a:t>Main concepts</a:t>
            </a:r>
          </a:p>
        </p:txBody>
      </p:sp>
      <p:sp>
        <p:nvSpPr>
          <p:cNvPr id="834" name="Szöveg helye 4"/>
          <p:cNvSpPr txBox="1"/>
          <p:nvPr>
            <p:ph type="body" sz="quarter" idx="1"/>
          </p:nvPr>
        </p:nvSpPr>
        <p:spPr>
          <a:xfrm>
            <a:off x="457200" y="231494"/>
            <a:ext cx="3611880" cy="225706"/>
          </a:xfrm>
          <a:prstGeom prst="rect">
            <a:avLst/>
          </a:prstGeom>
        </p:spPr>
        <p:txBody>
          <a:bodyPr/>
          <a:lstStyle/>
          <a:p>
            <a:pPr/>
            <a:r>
              <a:t>Functional programming</a:t>
            </a:r>
          </a:p>
        </p:txBody>
      </p:sp>
      <p:sp>
        <p:nvSpPr>
          <p:cNvPr id="835" name="TextBox 5"/>
          <p:cNvSpPr txBox="1"/>
          <p:nvPr/>
        </p:nvSpPr>
        <p:spPr>
          <a:xfrm>
            <a:off x="457199" y="1003177"/>
            <a:ext cx="5539156" cy="37468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85750" indent="-285750">
              <a:buSzPct val="100000"/>
              <a:buFont typeface="Arial"/>
              <a:buChar char="•"/>
            </a:pPr>
            <a:r>
              <a:t>Pure functions</a:t>
            </a:r>
          </a:p>
          <a:p>
            <a:pPr lvl="1" marL="742950" indent="-285750">
              <a:buSzPct val="100000"/>
              <a:buFont typeface="Arial"/>
              <a:buChar char="•"/>
            </a:pPr>
            <a:r>
              <a:t>Always product the same output for the same arguments irrespective of anything else</a:t>
            </a:r>
          </a:p>
          <a:p>
            <a:pPr lvl="1" marL="742950" indent="-285750">
              <a:buSzPct val="100000"/>
              <a:buFont typeface="Arial"/>
              <a:buChar char="•"/>
            </a:pPr>
            <a:r>
              <a:t>No side effects (e.g. do not modify arguments, local/global variables or input/output streams)</a:t>
            </a:r>
          </a:p>
          <a:p>
            <a:pPr lvl="1" marL="742950" indent="-285750">
              <a:buSzPct val="100000"/>
              <a:buFont typeface="Arial"/>
              <a:buChar char="•"/>
            </a:pPr>
            <a:r>
              <a:t>Gain: deterministic and easy to debug</a:t>
            </a:r>
          </a:p>
          <a:p>
            <a:pPr marL="285750" indent="-285750">
              <a:buSzPct val="100000"/>
              <a:buFont typeface="Arial"/>
              <a:buChar char="•"/>
            </a:pPr>
            <a:r>
              <a:t>Recursion</a:t>
            </a:r>
          </a:p>
          <a:p>
            <a:pPr lvl="1" marL="742950" indent="-285750">
              <a:buSzPct val="100000"/>
              <a:buFont typeface="Arial"/>
              <a:buChar char="•"/>
            </a:pPr>
            <a:r>
              <a:t>No for or while loops</a:t>
            </a:r>
          </a:p>
          <a:p>
            <a:pPr lvl="1" marL="742950" indent="-285750">
              <a:buSzPct val="100000"/>
              <a:buFont typeface="Arial"/>
              <a:buChar char="•"/>
            </a:pPr>
            <a:r>
              <a:t>Iterations are implemented through recursion</a:t>
            </a:r>
          </a:p>
          <a:p>
            <a:pPr marL="285750" indent="-285750">
              <a:buSzPct val="100000"/>
              <a:buFont typeface="Arial"/>
              <a:buChar char="•"/>
            </a:pPr>
            <a:r>
              <a:t>Referential transparency</a:t>
            </a:r>
          </a:p>
          <a:p>
            <a:pPr lvl="1" marL="742950" indent="-285750">
              <a:buSzPct val="100000"/>
              <a:buFont typeface="Arial"/>
              <a:buChar char="•"/>
            </a:pPr>
            <a:r>
              <a:t>Using constants – no changes after defined</a:t>
            </a:r>
          </a:p>
          <a:p>
            <a:pPr lvl="1" marL="742950" indent="-285750">
              <a:buSzPct val="100000"/>
              <a:buFont typeface="Arial"/>
              <a:buChar char="•"/>
            </a:pPr>
            <a:r>
              <a:t>New value means new variable</a:t>
            </a:r>
          </a:p>
          <a:p>
            <a:pPr lvl="1" marL="742950" indent="-285750">
              <a:buSzPct val="100000"/>
              <a:buFont typeface="Arial"/>
              <a:buChar char="•"/>
            </a:pPr>
            <a:r>
              <a:t>Eliminates the chances of side-effects</a:t>
            </a:r>
          </a:p>
        </p:txBody>
      </p:sp>
      <p:sp>
        <p:nvSpPr>
          <p:cNvPr id="836" name="TextBox 5"/>
          <p:cNvSpPr txBox="1"/>
          <p:nvPr/>
        </p:nvSpPr>
        <p:spPr>
          <a:xfrm>
            <a:off x="6312877" y="1003177"/>
            <a:ext cx="5418876" cy="40389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85750" indent="-285750">
              <a:buSzPct val="100000"/>
              <a:buFont typeface="Arial"/>
              <a:buChar char="•"/>
            </a:pPr>
            <a:r>
              <a:t>First-Class Functions </a:t>
            </a:r>
          </a:p>
          <a:p>
            <a:pPr lvl="1" marL="742950" indent="-285750">
              <a:buSzPct val="100000"/>
              <a:buFont typeface="Arial"/>
              <a:buChar char="•"/>
            </a:pPr>
            <a:r>
              <a:t>Functions are first-class variable</a:t>
            </a:r>
          </a:p>
          <a:p>
            <a:pPr lvl="1" marL="742950" indent="-285750">
              <a:buSzPct val="100000"/>
              <a:buFont typeface="Arial"/>
              <a:buChar char="•"/>
            </a:pPr>
            <a:r>
              <a:t>Can be passed to other functions as parameters</a:t>
            </a:r>
          </a:p>
          <a:p>
            <a:pPr lvl="1" marL="742950" indent="-285750">
              <a:buSzPct val="100000"/>
              <a:buFont typeface="Arial"/>
              <a:buChar char="•"/>
            </a:pPr>
            <a:r>
              <a:t>Can be returned from functions or stored in data structures</a:t>
            </a:r>
          </a:p>
          <a:p>
            <a:pPr marL="285750" indent="-285750">
              <a:buSzPct val="100000"/>
              <a:buFont typeface="Arial"/>
              <a:buChar char="•"/>
            </a:pPr>
            <a:r>
              <a:t>Higher order Functions</a:t>
            </a:r>
          </a:p>
          <a:p>
            <a:pPr lvl="1" marL="742950" indent="-285750">
              <a:buSzPct val="100000"/>
              <a:buFont typeface="Arial"/>
              <a:buChar char="•"/>
            </a:pPr>
            <a:r>
              <a:t>Functions that take other functions as arguments</a:t>
            </a:r>
          </a:p>
          <a:p>
            <a:pPr lvl="1" marL="742950" indent="-285750">
              <a:buSzPct val="100000"/>
              <a:buFont typeface="Arial"/>
              <a:buChar char="•"/>
            </a:pPr>
            <a:r>
              <a:t>Can return functions</a:t>
            </a:r>
          </a:p>
          <a:p>
            <a:pPr marL="285750" indent="-285750">
              <a:buSzPct val="100000"/>
              <a:buFont typeface="Arial"/>
              <a:buChar char="•"/>
            </a:pPr>
          </a:p>
          <a:p>
            <a:pPr marL="285750" indent="-285750">
              <a:buSzPct val="100000"/>
              <a:buFont typeface="Arial"/>
              <a:buChar char="•"/>
            </a:pPr>
            <a:r>
              <a:t>Immutability</a:t>
            </a:r>
          </a:p>
          <a:p>
            <a:pPr lvl="1" marL="742950" indent="-285750">
              <a:buSzPct val="100000"/>
              <a:buFont typeface="Arial"/>
              <a:buChar char="•"/>
            </a:pPr>
            <a:r>
              <a:t>A variable is always constant – cannot be modified after initialized</a:t>
            </a:r>
          </a:p>
          <a:p>
            <a:pPr lvl="1" marL="742950" indent="-285750">
              <a:buSzPct val="100000"/>
              <a:buFont typeface="Arial"/>
              <a:buChar char="•"/>
            </a:pPr>
            <a:r>
              <a:t>Helps maintaining the state throughout the runtime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8"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39" name="Cím 1"/>
          <p:cNvSpPr txBox="1"/>
          <p:nvPr>
            <p:ph type="title"/>
          </p:nvPr>
        </p:nvSpPr>
        <p:spPr>
          <a:xfrm>
            <a:off x="457199" y="457200"/>
            <a:ext cx="11274554" cy="457200"/>
          </a:xfrm>
          <a:prstGeom prst="rect">
            <a:avLst/>
          </a:prstGeom>
        </p:spPr>
        <p:txBody>
          <a:bodyPr/>
          <a:lstStyle/>
          <a:p>
            <a:pPr/>
            <a:r>
              <a:t>Pros and cons</a:t>
            </a:r>
          </a:p>
        </p:txBody>
      </p:sp>
      <p:sp>
        <p:nvSpPr>
          <p:cNvPr id="840" name="Szöveg helye 2"/>
          <p:cNvSpPr txBox="1"/>
          <p:nvPr>
            <p:ph type="body" sz="quarter" idx="1"/>
          </p:nvPr>
        </p:nvSpPr>
        <p:spPr>
          <a:xfrm>
            <a:off x="457200" y="231494"/>
            <a:ext cx="3611880" cy="225706"/>
          </a:xfrm>
          <a:prstGeom prst="rect">
            <a:avLst/>
          </a:prstGeom>
        </p:spPr>
        <p:txBody>
          <a:bodyPr/>
          <a:lstStyle/>
          <a:p>
            <a:pPr/>
            <a:r>
              <a:t>Functional programming</a:t>
            </a:r>
          </a:p>
        </p:txBody>
      </p:sp>
      <p:sp>
        <p:nvSpPr>
          <p:cNvPr id="841" name="TextBox 5"/>
          <p:cNvSpPr txBox="1"/>
          <p:nvPr/>
        </p:nvSpPr>
        <p:spPr>
          <a:xfrm>
            <a:off x="457199" y="1003177"/>
            <a:ext cx="5539156" cy="46231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u="sng"/>
            </a:pPr>
            <a:r>
              <a:t>Advantages</a:t>
            </a:r>
          </a:p>
          <a:p>
            <a:pPr marL="342900" indent="-342900">
              <a:buSzPct val="100000"/>
              <a:buAutoNum type="arabicPeriod" startAt="1"/>
            </a:pPr>
            <a:r>
              <a:t>Pure functions are easier to understand</a:t>
            </a:r>
          </a:p>
          <a:p>
            <a:pPr lvl="1" marL="800100" indent="-342900">
              <a:buSzPct val="100000"/>
              <a:buAutoNum type="alphaLcParenR" startAt="1"/>
            </a:pPr>
            <a:r>
              <a:t>No state changes</a:t>
            </a:r>
          </a:p>
          <a:p>
            <a:pPr lvl="1" marL="800100" indent="-342900">
              <a:buSzPct val="100000"/>
              <a:buAutoNum type="alphaLcParenR" startAt="1"/>
            </a:pPr>
            <a:r>
              <a:t>No dependency – only the given input</a:t>
            </a:r>
          </a:p>
          <a:p>
            <a:pPr lvl="1" marL="800100" indent="-342900">
              <a:buSzPct val="100000"/>
              <a:buAutoNum type="alphaLcParenR" startAt="1"/>
            </a:pPr>
            <a:r>
              <a:t>One produced output – the return value</a:t>
            </a:r>
          </a:p>
          <a:p>
            <a:pPr marL="342900" indent="-342900">
              <a:buSzPct val="100000"/>
              <a:buAutoNum type="arabicPeriod" startAt="1"/>
            </a:pPr>
            <a:r>
              <a:t>Treating functions as values and pass them to others makes code more readable and easily understandable</a:t>
            </a:r>
          </a:p>
          <a:p>
            <a:pPr marL="342900" indent="-342900">
              <a:buSzPct val="100000"/>
              <a:buAutoNum type="arabicPeriod" startAt="1"/>
            </a:pPr>
            <a:r>
              <a:t>Easy testing and debugging</a:t>
            </a:r>
          </a:p>
          <a:p>
            <a:pPr lvl="1" marL="800100" indent="-342900">
              <a:buSzPct val="100000"/>
              <a:buAutoNum type="alphaLcParenR" startAt="1"/>
            </a:pPr>
            <a:r>
              <a:t>One input – one output principle</a:t>
            </a:r>
          </a:p>
          <a:p>
            <a:pPr lvl="1" marL="800100" indent="-342900">
              <a:buSzPct val="100000"/>
              <a:buAutoNum type="alphaLcParenR" startAt="1"/>
            </a:pPr>
            <a:r>
              <a:t>No changes on input, no hidden output</a:t>
            </a:r>
          </a:p>
          <a:p>
            <a:pPr marL="342900" indent="-342900">
              <a:buSzPct val="100000"/>
              <a:buAutoNum type="arabicPeriod" startAt="1"/>
            </a:pPr>
            <a:r>
              <a:t>It can be used to implement concurrency/parallelism as pure functions don’t change variables or any other data outside of their context</a:t>
            </a:r>
          </a:p>
          <a:p>
            <a:pPr marL="342900" indent="-342900">
              <a:buSzPct val="100000"/>
              <a:buAutoNum type="arabicPeriod" startAt="1"/>
            </a:pPr>
            <a:r>
              <a:t>Lazy evaluation</a:t>
            </a:r>
          </a:p>
          <a:p>
            <a:pPr lvl="1" marL="800100" indent="-342900">
              <a:buSzPct val="100000"/>
              <a:buAutoNum type="alphaLcParenR" startAt="1"/>
            </a:pPr>
            <a:r>
              <a:t>Evaluate when needed</a:t>
            </a:r>
          </a:p>
          <a:p>
            <a:pPr lvl="1" marL="800100" indent="-342900">
              <a:buSzPct val="100000"/>
              <a:buAutoNum type="alphaLcParenR" startAt="1"/>
            </a:pPr>
            <a:r>
              <a:t>Store results if needed more than once</a:t>
            </a:r>
          </a:p>
        </p:txBody>
      </p:sp>
      <p:sp>
        <p:nvSpPr>
          <p:cNvPr id="842" name="TextBox 5"/>
          <p:cNvSpPr txBox="1"/>
          <p:nvPr/>
        </p:nvSpPr>
        <p:spPr>
          <a:xfrm>
            <a:off x="6312877" y="1003177"/>
            <a:ext cx="5418876" cy="25784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u="sng"/>
            </a:pPr>
            <a:r>
              <a:t>Disadvantages</a:t>
            </a:r>
          </a:p>
          <a:p>
            <a:pPr marL="342900" indent="-342900">
              <a:buSzPct val="100000"/>
              <a:buAutoNum type="arabicPeriod" startAt="1"/>
            </a:pPr>
            <a:r>
              <a:t>Sometimes writing pure functions can reduce readability of code</a:t>
            </a:r>
          </a:p>
          <a:p>
            <a:pPr marL="342900" indent="-342900">
              <a:buSzPct val="100000"/>
              <a:buAutoNum type="arabicPeriod" startAt="1"/>
            </a:pPr>
            <a:r>
              <a:t>Writing programs in recursive style instead of using loops can be intimidating</a:t>
            </a:r>
          </a:p>
          <a:p>
            <a:pPr marL="342900" indent="-342900">
              <a:buSzPct val="100000"/>
              <a:buAutoNum type="arabicPeriod" startAt="1"/>
            </a:pPr>
            <a:r>
              <a:t>Combining pure functions with the rest of the application and I/O operations can be difficult</a:t>
            </a:r>
          </a:p>
          <a:p>
            <a:pPr marL="342900" indent="-342900">
              <a:buSzPct val="100000"/>
              <a:buAutoNum type="arabicPeriod" startAt="1"/>
            </a:pPr>
            <a:r>
              <a:t>Immutable values and recursion can lead to decrease in performance</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4"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45" name="Text Placeholder 4"/>
          <p:cNvSpPr txBox="1"/>
          <p:nvPr>
            <p:ph type="body" sz="quarter" idx="1"/>
          </p:nvPr>
        </p:nvSpPr>
        <p:spPr>
          <a:xfrm>
            <a:off x="457200" y="231494"/>
            <a:ext cx="3611880" cy="225706"/>
          </a:xfrm>
          <a:prstGeom prst="rect">
            <a:avLst/>
          </a:prstGeom>
        </p:spPr>
        <p:txBody>
          <a:bodyPr/>
          <a:lstStyle/>
          <a:p>
            <a:pPr/>
            <a:r>
              <a:t>Functional programming</a:t>
            </a:r>
          </a:p>
        </p:txBody>
      </p:sp>
      <p:sp>
        <p:nvSpPr>
          <p:cNvPr id="846" name="Title 3"/>
          <p:cNvSpPr txBox="1"/>
          <p:nvPr>
            <p:ph type="title"/>
          </p:nvPr>
        </p:nvSpPr>
        <p:spPr>
          <a:prstGeom prst="rect">
            <a:avLst/>
          </a:prstGeom>
        </p:spPr>
        <p:txBody>
          <a:bodyPr/>
          <a:lstStyle/>
          <a:p>
            <a:pPr/>
            <a:r>
              <a:t>Impure functions</a:t>
            </a:r>
          </a:p>
        </p:txBody>
      </p:sp>
      <p:sp>
        <p:nvSpPr>
          <p:cNvPr id="847" name="Title 3"/>
          <p:cNvSpPr txBox="1"/>
          <p:nvPr/>
        </p:nvSpPr>
        <p:spPr>
          <a:xfrm>
            <a:off x="6509238" y="457200"/>
            <a:ext cx="4797426"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FFFFFF"/>
                </a:solidFill>
              </a:defRPr>
            </a:lvl1pPr>
          </a:lstStyle>
          <a:p>
            <a:pPr/>
            <a:r>
              <a:t>Pure functions</a:t>
            </a:r>
          </a:p>
        </p:txBody>
      </p:sp>
      <p:sp>
        <p:nvSpPr>
          <p:cNvPr id="848" name="TextBox 6"/>
          <p:cNvSpPr txBox="1"/>
          <p:nvPr/>
        </p:nvSpPr>
        <p:spPr>
          <a:xfrm>
            <a:off x="457201" y="1059873"/>
            <a:ext cx="5423078" cy="2235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212529"/>
                </a:solidFill>
                <a:latin typeface="Consolas"/>
                <a:ea typeface="Consolas"/>
                <a:cs typeface="Consolas"/>
                <a:sym typeface="Consolas"/>
              </a:defRPr>
            </a:pPr>
            <a:r>
              <a:t>let x </a:t>
            </a:r>
            <a:r>
              <a:rPr>
                <a:solidFill>
                  <a:srgbClr val="339933"/>
                </a:solidFill>
              </a:rPr>
              <a:t>= </a:t>
            </a:r>
            <a:r>
              <a:rPr>
                <a:solidFill>
                  <a:srgbClr val="CC0000"/>
                </a:solidFill>
              </a:rPr>
              <a:t>0</a:t>
            </a:r>
            <a:r>
              <a:rPr>
                <a:solidFill>
                  <a:srgbClr val="339933"/>
                </a:solidFill>
              </a:rPr>
              <a:t>;</a:t>
            </a:r>
            <a:endParaRPr b="1">
              <a:solidFill>
                <a:srgbClr val="000066"/>
              </a:solidFill>
            </a:endParaRPr>
          </a:p>
          <a:p>
            <a:pPr>
              <a:defRPr b="1">
                <a:solidFill>
                  <a:srgbClr val="000066"/>
                </a:solidFill>
                <a:latin typeface="Consolas"/>
                <a:ea typeface="Consolas"/>
                <a:cs typeface="Consolas"/>
                <a:sym typeface="Consolas"/>
              </a:defRPr>
            </a:pPr>
            <a:r>
              <a:t>function</a:t>
            </a:r>
            <a:r>
              <a:rPr b="0">
                <a:solidFill>
                  <a:srgbClr val="212529"/>
                </a:solidFill>
              </a:rPr>
              <a:t> addImpure</a:t>
            </a:r>
            <a:r>
              <a:rPr b="0">
                <a:solidFill>
                  <a:srgbClr val="009900"/>
                </a:solidFill>
              </a:rPr>
              <a:t>(</a:t>
            </a:r>
            <a:r>
              <a:rPr b="0">
                <a:solidFill>
                  <a:srgbClr val="212529"/>
                </a:solidFill>
              </a:rPr>
              <a:t>a</a:t>
            </a:r>
            <a:r>
              <a:rPr b="0">
                <a:solidFill>
                  <a:srgbClr val="009900"/>
                </a:solidFill>
              </a:rPr>
              <a:t>) {</a:t>
            </a:r>
            <a:endParaRPr>
              <a:solidFill>
                <a:srgbClr val="212529"/>
              </a:solidFill>
            </a:endParaRPr>
          </a:p>
          <a:p>
            <a:pPr>
              <a:defRPr>
                <a:solidFill>
                  <a:srgbClr val="212529"/>
                </a:solidFill>
                <a:latin typeface="Consolas"/>
                <a:ea typeface="Consolas"/>
                <a:cs typeface="Consolas"/>
                <a:sym typeface="Consolas"/>
              </a:defRPr>
            </a:pPr>
            <a:r>
              <a:t>  x </a:t>
            </a:r>
            <a:r>
              <a:rPr>
                <a:solidFill>
                  <a:srgbClr val="339933"/>
                </a:solidFill>
              </a:rPr>
              <a:t>+= </a:t>
            </a:r>
            <a:r>
              <a:t>a</a:t>
            </a:r>
            <a:r>
              <a:rPr>
                <a:solidFill>
                  <a:srgbClr val="339933"/>
                </a:solidFill>
              </a:rPr>
              <a:t>;</a:t>
            </a:r>
            <a:endParaRPr>
              <a:solidFill>
                <a:srgbClr val="339933"/>
              </a:solidFill>
            </a:endParaRPr>
          </a:p>
          <a:p>
            <a:pPr>
              <a:defRPr>
                <a:solidFill>
                  <a:srgbClr val="212529"/>
                </a:solidFill>
                <a:latin typeface="Consolas"/>
                <a:ea typeface="Consolas"/>
                <a:cs typeface="Consolas"/>
                <a:sym typeface="Consolas"/>
              </a:defRPr>
            </a:pPr>
            <a:r>
              <a:rPr>
                <a:solidFill>
                  <a:srgbClr val="339933"/>
                </a:solidFill>
              </a:rPr>
              <a:t>  </a:t>
            </a:r>
            <a:r>
              <a:rPr>
                <a:solidFill>
                  <a:schemeClr val="accent1">
                    <a:lumOff val="-2666"/>
                  </a:schemeClr>
                </a:solidFill>
              </a:rPr>
              <a:t>return x</a:t>
            </a:r>
            <a:r>
              <a:rPr>
                <a:solidFill>
                  <a:srgbClr val="339933"/>
                </a:solidFill>
              </a:rPr>
              <a:t>; </a:t>
            </a:r>
          </a:p>
          <a:p>
            <a:pPr>
              <a:defRPr>
                <a:solidFill>
                  <a:srgbClr val="009900"/>
                </a:solidFill>
                <a:latin typeface="Consolas"/>
                <a:ea typeface="Consolas"/>
                <a:cs typeface="Consolas"/>
                <a:sym typeface="Consolas"/>
              </a:defRPr>
            </a:pPr>
            <a:r>
              <a:t>}</a:t>
            </a:r>
          </a:p>
          <a:p>
            <a:pPr>
              <a:defRPr>
                <a:solidFill>
                  <a:srgbClr val="212529"/>
                </a:solidFill>
                <a:latin typeface="Consolas"/>
                <a:ea typeface="Consolas"/>
                <a:cs typeface="Consolas"/>
                <a:sym typeface="Consolas"/>
              </a:defRPr>
            </a:pPr>
            <a:r>
              <a:t>console.</a:t>
            </a:r>
            <a:r>
              <a:rPr>
                <a:solidFill>
                  <a:srgbClr val="660066"/>
                </a:solidFill>
              </a:rPr>
              <a:t>log</a:t>
            </a:r>
            <a:r>
              <a:rPr>
                <a:solidFill>
                  <a:srgbClr val="009900"/>
                </a:solidFill>
              </a:rPr>
              <a:t>(</a:t>
            </a:r>
            <a:r>
              <a:t>addImpure</a:t>
            </a:r>
            <a:r>
              <a:rPr>
                <a:solidFill>
                  <a:srgbClr val="009900"/>
                </a:solidFill>
              </a:rPr>
              <a:t>(</a:t>
            </a:r>
            <a:r>
              <a:rPr>
                <a:solidFill>
                  <a:srgbClr val="CC0000"/>
                </a:solidFill>
              </a:rPr>
              <a:t>2</a:t>
            </a:r>
            <a:r>
              <a:rPr>
                <a:solidFill>
                  <a:srgbClr val="009900"/>
                </a:solidFill>
              </a:rPr>
              <a:t>))</a:t>
            </a:r>
            <a:r>
              <a:rPr>
                <a:solidFill>
                  <a:schemeClr val="accent1">
                    <a:lumOff val="-2666"/>
                  </a:schemeClr>
                </a:solidFill>
              </a:rPr>
              <a:t>;</a:t>
            </a:r>
            <a:endParaRPr>
              <a:solidFill>
                <a:schemeClr val="accent1">
                  <a:lumOff val="-2666"/>
                </a:schemeClr>
              </a:solidFill>
            </a:endParaRPr>
          </a:p>
          <a:p>
            <a:pPr>
              <a:defRPr>
                <a:solidFill>
                  <a:srgbClr val="212529"/>
                </a:solidFill>
                <a:latin typeface="Consolas"/>
                <a:ea typeface="Consolas"/>
                <a:cs typeface="Consolas"/>
                <a:sym typeface="Consolas"/>
              </a:defRPr>
            </a:pPr>
            <a:r>
              <a:t>console.</a:t>
            </a:r>
            <a:r>
              <a:rPr>
                <a:solidFill>
                  <a:srgbClr val="660066"/>
                </a:solidFill>
              </a:rPr>
              <a:t>log</a:t>
            </a:r>
            <a:r>
              <a:rPr>
                <a:solidFill>
                  <a:srgbClr val="009900"/>
                </a:solidFill>
              </a:rPr>
              <a:t>(</a:t>
            </a:r>
            <a:r>
              <a:rPr>
                <a:solidFill>
                  <a:srgbClr val="CC0000"/>
                </a:solidFill>
              </a:rPr>
              <a:t>x</a:t>
            </a:r>
            <a:r>
              <a:rPr>
                <a:solidFill>
                  <a:srgbClr val="009900"/>
                </a:solidFill>
              </a:rPr>
              <a:t>)</a:t>
            </a:r>
            <a:r>
              <a:rPr>
                <a:solidFill>
                  <a:schemeClr val="accent1">
                    <a:lumOff val="-2666"/>
                  </a:schemeClr>
                </a:solidFill>
              </a:rPr>
              <a:t>;</a:t>
            </a:r>
            <a:endParaRPr>
              <a:solidFill>
                <a:srgbClr val="339933"/>
              </a:solidFill>
            </a:endParaRPr>
          </a:p>
        </p:txBody>
      </p:sp>
      <p:sp>
        <p:nvSpPr>
          <p:cNvPr id="849" name="TextBox 7"/>
          <p:cNvSpPr txBox="1"/>
          <p:nvPr/>
        </p:nvSpPr>
        <p:spPr>
          <a:xfrm>
            <a:off x="457201" y="3508130"/>
            <a:ext cx="5423078" cy="1410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pPr>
            <a:r>
              <a:t>Multiple problems:</a:t>
            </a:r>
          </a:p>
          <a:p>
            <a:pPr marL="285750" indent="-285750">
              <a:buSzPct val="100000"/>
              <a:buFont typeface="Arial"/>
              <a:buChar char="•"/>
            </a:pPr>
            <a:r>
              <a:t>External dependency</a:t>
            </a:r>
          </a:p>
          <a:p>
            <a:pPr marL="285750" indent="-285750">
              <a:buSzPct val="100000"/>
              <a:buFont typeface="Arial"/>
              <a:buChar char="•"/>
            </a:pPr>
            <a:r>
              <a:t>Unpredictable outcome</a:t>
            </a:r>
          </a:p>
          <a:p>
            <a:pPr marL="285750" indent="-285750">
              <a:buSzPct val="100000"/>
              <a:buFont typeface="Arial"/>
              <a:buChar char="•"/>
            </a:pPr>
            <a:r>
              <a:t>Mutation</a:t>
            </a:r>
          </a:p>
          <a:p>
            <a:pPr marL="285750" indent="-285750">
              <a:buSzPct val="100000"/>
              <a:buFont typeface="Arial"/>
              <a:buChar char="•"/>
            </a:pPr>
            <a:r>
              <a:t>Not reusable</a:t>
            </a:r>
          </a:p>
        </p:txBody>
      </p:sp>
      <p:sp>
        <p:nvSpPr>
          <p:cNvPr id="850" name="TextBox 8"/>
          <p:cNvSpPr txBox="1"/>
          <p:nvPr/>
        </p:nvSpPr>
        <p:spPr>
          <a:xfrm>
            <a:off x="6420143" y="967539"/>
            <a:ext cx="5498513" cy="2047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569CD6"/>
                </a:solidFill>
                <a:latin typeface="Consolas"/>
                <a:ea typeface="Consolas"/>
                <a:cs typeface="Consolas"/>
                <a:sym typeface="Consolas"/>
              </a:defRPr>
            </a:pPr>
            <a:r>
              <a:t>let x = 0; </a:t>
            </a:r>
          </a:p>
          <a:p>
            <a:pPr>
              <a:defRPr>
                <a:solidFill>
                  <a:srgbClr val="569CD6"/>
                </a:solidFill>
                <a:latin typeface="Consolas"/>
                <a:ea typeface="Consolas"/>
                <a:cs typeface="Consolas"/>
                <a:sym typeface="Consolas"/>
              </a:defRPr>
            </a:pPr>
            <a:r>
              <a:t>function</a:t>
            </a:r>
            <a:r>
              <a:rPr>
                <a:solidFill>
                  <a:srgbClr val="D4D4D4"/>
                </a:solidFill>
              </a:rPr>
              <a:t> </a:t>
            </a:r>
            <a:r>
              <a:rPr>
                <a:solidFill>
                  <a:srgbClr val="4FC1FF"/>
                </a:solidFill>
              </a:rPr>
              <a:t>add</a:t>
            </a:r>
            <a:r>
              <a:rPr>
                <a:solidFill>
                  <a:schemeClr val="accent3"/>
                </a:solidFill>
              </a:rPr>
              <a:t>(</a:t>
            </a:r>
            <a:r>
              <a:rPr>
                <a:solidFill>
                  <a:srgbClr val="9CDCFE"/>
                </a:solidFill>
              </a:rPr>
              <a:t>a, b</a:t>
            </a:r>
            <a:r>
              <a:rPr>
                <a:solidFill>
                  <a:schemeClr val="accent3"/>
                </a:solidFill>
              </a:rPr>
              <a:t>) {</a:t>
            </a:r>
            <a:endParaRPr>
              <a:solidFill>
                <a:srgbClr val="D4D4D4"/>
              </a:solidFill>
            </a:endParaRPr>
          </a:p>
          <a:p>
            <a:pPr>
              <a:defRPr>
                <a:solidFill>
                  <a:srgbClr val="D4D4D4"/>
                </a:solidFill>
                <a:latin typeface="Consolas"/>
                <a:ea typeface="Consolas"/>
                <a:cs typeface="Consolas"/>
                <a:sym typeface="Consolas"/>
              </a:defRPr>
            </a:pPr>
            <a:r>
              <a:t>  </a:t>
            </a:r>
            <a:r>
              <a:rPr>
                <a:solidFill>
                  <a:srgbClr val="569CD6"/>
                </a:solidFill>
              </a:rPr>
              <a:t>return </a:t>
            </a:r>
            <a:r>
              <a:rPr>
                <a:solidFill>
                  <a:srgbClr val="9CDCFE"/>
                </a:solidFill>
              </a:rPr>
              <a:t>a + b</a:t>
            </a:r>
            <a:r>
              <a:t>;</a:t>
            </a:r>
          </a:p>
          <a:p>
            <a:pPr>
              <a:defRPr>
                <a:solidFill>
                  <a:schemeClr val="accent3"/>
                </a:solidFill>
                <a:latin typeface="Consolas"/>
                <a:ea typeface="Consolas"/>
                <a:cs typeface="Consolas"/>
                <a:sym typeface="Consolas"/>
              </a:defRPr>
            </a:pPr>
            <a:r>
              <a:t>}</a:t>
            </a:r>
            <a:endParaRPr>
              <a:solidFill>
                <a:srgbClr val="D4D4D4"/>
              </a:solidFill>
            </a:endParaRPr>
          </a:p>
          <a:p>
            <a:pPr>
              <a:defRPr>
                <a:solidFill>
                  <a:srgbClr val="D4D4D4"/>
                </a:solidFill>
                <a:latin typeface="Consolas"/>
                <a:ea typeface="Consolas"/>
                <a:cs typeface="Consolas"/>
                <a:sym typeface="Consolas"/>
              </a:defRPr>
            </a:p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4FC1FF"/>
                </a:solidFill>
              </a:rPr>
              <a:t>add</a:t>
            </a:r>
            <a:r>
              <a:rPr>
                <a:solidFill>
                  <a:srgbClr val="C586C0"/>
                </a:solidFill>
              </a:rPr>
              <a:t>(</a:t>
            </a:r>
            <a:r>
              <a:rPr>
                <a:solidFill>
                  <a:srgbClr val="D4D4D4"/>
                </a:solidFill>
              </a:rPr>
              <a:t>x</a:t>
            </a:r>
            <a:r>
              <a:t>, </a:t>
            </a:r>
            <a:r>
              <a:rPr>
                <a:solidFill>
                  <a:srgbClr val="D4D4D4"/>
                </a:solidFill>
              </a:rPr>
              <a:t>2</a:t>
            </a:r>
            <a:r>
              <a:rPr>
                <a:solidFill>
                  <a:srgbClr val="C586C0"/>
                </a:solidFill>
              </a:rPr>
              <a:t>)</a:t>
            </a:r>
            <a:r>
              <a:rPr>
                <a:solidFill>
                  <a:schemeClr val="accent3"/>
                </a:solidFill>
              </a:rPr>
              <a:t>)</a:t>
            </a:r>
            <a:r>
              <a:rPr>
                <a:solidFill>
                  <a:srgbClr val="D4D4D4"/>
                </a:solidFill>
              </a:rPr>
              <a:t>;</a:t>
            </a:r>
            <a:endParaRPr>
              <a:solidFill>
                <a:srgbClr val="D4D4D4"/>
              </a:solidFill>
            </a:endParaR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4FC1FF"/>
                </a:solidFill>
              </a:rPr>
              <a:t>x</a:t>
            </a:r>
            <a:r>
              <a:rPr>
                <a:solidFill>
                  <a:schemeClr val="accent3"/>
                </a:solidFill>
              </a:rPr>
              <a:t>)</a:t>
            </a:r>
            <a:r>
              <a:rPr>
                <a:solidFill>
                  <a:srgbClr val="D4D4D4"/>
                </a:solidFill>
              </a:rPr>
              <a:t>;</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2"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53" name="Text Placeholder 1"/>
          <p:cNvSpPr txBox="1"/>
          <p:nvPr>
            <p:ph type="body" sz="quarter" idx="1"/>
          </p:nvPr>
        </p:nvSpPr>
        <p:spPr>
          <a:xfrm>
            <a:off x="457200" y="231494"/>
            <a:ext cx="3611880" cy="225706"/>
          </a:xfrm>
          <a:prstGeom prst="rect">
            <a:avLst/>
          </a:prstGeom>
        </p:spPr>
        <p:txBody>
          <a:bodyPr/>
          <a:lstStyle/>
          <a:p>
            <a:pPr/>
            <a:r>
              <a:t>Functional programming</a:t>
            </a:r>
          </a:p>
        </p:txBody>
      </p:sp>
      <p:sp>
        <p:nvSpPr>
          <p:cNvPr id="854" name="Title 2"/>
          <p:cNvSpPr txBox="1"/>
          <p:nvPr>
            <p:ph type="title"/>
          </p:nvPr>
        </p:nvSpPr>
        <p:spPr>
          <a:prstGeom prst="rect">
            <a:avLst/>
          </a:prstGeom>
        </p:spPr>
        <p:txBody>
          <a:bodyPr/>
          <a:lstStyle/>
          <a:p>
            <a:pPr/>
            <a:r>
              <a:t>Mutability</a:t>
            </a:r>
          </a:p>
        </p:txBody>
      </p:sp>
      <p:sp>
        <p:nvSpPr>
          <p:cNvPr id="855" name="Title 2"/>
          <p:cNvSpPr txBox="1"/>
          <p:nvPr/>
        </p:nvSpPr>
        <p:spPr>
          <a:xfrm>
            <a:off x="6444762" y="457200"/>
            <a:ext cx="4797426"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FFFFFF"/>
                </a:solidFill>
              </a:defRPr>
            </a:lvl1pPr>
          </a:lstStyle>
          <a:p>
            <a:pPr/>
            <a:r>
              <a:t>Immutability</a:t>
            </a:r>
          </a:p>
        </p:txBody>
      </p:sp>
      <p:sp>
        <p:nvSpPr>
          <p:cNvPr id="856" name="TextBox 4"/>
          <p:cNvSpPr txBox="1"/>
          <p:nvPr/>
        </p:nvSpPr>
        <p:spPr>
          <a:xfrm>
            <a:off x="457201" y="1059873"/>
            <a:ext cx="5423078" cy="1117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212529"/>
                </a:solidFill>
                <a:latin typeface="Consolas"/>
                <a:ea typeface="Consolas"/>
                <a:cs typeface="Consolas"/>
                <a:sym typeface="Consolas"/>
              </a:defRPr>
            </a:pPr>
            <a:r>
              <a:t>const x </a:t>
            </a:r>
            <a:r>
              <a:rPr>
                <a:solidFill>
                  <a:srgbClr val="339933"/>
                </a:solidFill>
              </a:rPr>
              <a:t>= </a:t>
            </a:r>
            <a:r>
              <a:rPr>
                <a:solidFill>
                  <a:srgbClr val="009900"/>
                </a:solidFill>
              </a:rPr>
              <a:t>[</a:t>
            </a:r>
            <a:r>
              <a:rPr>
                <a:solidFill>
                  <a:srgbClr val="CC0000"/>
                </a:solidFill>
              </a:rPr>
              <a:t>1</a:t>
            </a:r>
            <a:r>
              <a:rPr>
                <a:solidFill>
                  <a:srgbClr val="339933"/>
                </a:solidFill>
              </a:rPr>
              <a:t>,</a:t>
            </a:r>
            <a:r>
              <a:t> </a:t>
            </a:r>
            <a:r>
              <a:rPr>
                <a:solidFill>
                  <a:srgbClr val="CC0000"/>
                </a:solidFill>
              </a:rPr>
              <a:t>2</a:t>
            </a:r>
            <a:r>
              <a:rPr>
                <a:solidFill>
                  <a:srgbClr val="339933"/>
                </a:solidFill>
              </a:rPr>
              <a:t>,</a:t>
            </a:r>
            <a:r>
              <a:t> </a:t>
            </a:r>
            <a:r>
              <a:rPr>
                <a:solidFill>
                  <a:srgbClr val="CC0000"/>
                </a:solidFill>
              </a:rPr>
              <a:t>3</a:t>
            </a:r>
            <a:r>
              <a:rPr>
                <a:solidFill>
                  <a:srgbClr val="009900"/>
                </a:solidFill>
              </a:rPr>
              <a:t>]</a:t>
            </a:r>
            <a:r>
              <a:rPr>
                <a:solidFill>
                  <a:srgbClr val="339933"/>
                </a:solidFill>
              </a:rPr>
              <a:t>;</a:t>
            </a:r>
            <a:endParaRPr b="1">
              <a:solidFill>
                <a:srgbClr val="000066"/>
              </a:solidFill>
            </a:endParaRPr>
          </a:p>
          <a:p>
            <a:pPr>
              <a:defRPr>
                <a:solidFill>
                  <a:srgbClr val="212529"/>
                </a:solidFill>
                <a:latin typeface="Consolas"/>
                <a:ea typeface="Consolas"/>
                <a:cs typeface="Consolas"/>
                <a:sym typeface="Consolas"/>
              </a:defRPr>
            </a:pPr>
            <a:r>
              <a:t>x.</a:t>
            </a:r>
            <a:r>
              <a:rPr>
                <a:solidFill>
                  <a:srgbClr val="660066"/>
                </a:solidFill>
              </a:rPr>
              <a:t>push</a:t>
            </a:r>
            <a:r>
              <a:rPr>
                <a:solidFill>
                  <a:srgbClr val="009900"/>
                </a:solidFill>
              </a:rPr>
              <a:t>(</a:t>
            </a:r>
            <a:r>
              <a:rPr>
                <a:solidFill>
                  <a:srgbClr val="CC0000"/>
                </a:solidFill>
              </a:rPr>
              <a:t>4</a:t>
            </a:r>
            <a:r>
              <a:rPr>
                <a:solidFill>
                  <a:srgbClr val="009900"/>
                </a:solidFill>
              </a:rPr>
              <a:t>)</a:t>
            </a:r>
            <a:r>
              <a:rPr>
                <a:solidFill>
                  <a:srgbClr val="339933"/>
                </a:solidFill>
              </a:rPr>
              <a:t>;</a:t>
            </a:r>
            <a:endParaRPr>
              <a:solidFill>
                <a:srgbClr val="339933"/>
              </a:solidFill>
            </a:endParaRPr>
          </a:p>
          <a:p>
            <a:pPr>
              <a:defRPr>
                <a:solidFill>
                  <a:srgbClr val="212529"/>
                </a:solidFill>
                <a:latin typeface="Consolas"/>
                <a:ea typeface="Consolas"/>
                <a:cs typeface="Consolas"/>
                <a:sym typeface="Consolas"/>
              </a:defRPr>
            </a:pPr>
            <a:r>
              <a:t>x.</a:t>
            </a:r>
            <a:r>
              <a:rPr>
                <a:solidFill>
                  <a:srgbClr val="660066"/>
                </a:solidFill>
              </a:rPr>
              <a:t>push</a:t>
            </a:r>
            <a:r>
              <a:rPr>
                <a:solidFill>
                  <a:srgbClr val="009900"/>
                </a:solidFill>
              </a:rPr>
              <a:t>(</a:t>
            </a:r>
            <a:r>
              <a:rPr>
                <a:solidFill>
                  <a:srgbClr val="CC0000"/>
                </a:solidFill>
              </a:rPr>
              <a:t>5</a:t>
            </a:r>
            <a:r>
              <a:rPr>
                <a:solidFill>
                  <a:srgbClr val="009900"/>
                </a:solidFill>
              </a:rPr>
              <a:t>)</a:t>
            </a:r>
            <a:r>
              <a:rPr>
                <a:solidFill>
                  <a:srgbClr val="339933"/>
                </a:solidFill>
              </a:rPr>
              <a:t>;</a:t>
            </a:r>
            <a:endParaRPr>
              <a:solidFill>
                <a:srgbClr val="009900"/>
              </a:solidFill>
            </a:endParaRPr>
          </a:p>
          <a:p>
            <a:pPr>
              <a:defRPr>
                <a:solidFill>
                  <a:srgbClr val="212529"/>
                </a:solidFill>
                <a:latin typeface="Consolas"/>
                <a:ea typeface="Consolas"/>
                <a:cs typeface="Consolas"/>
                <a:sym typeface="Consolas"/>
              </a:defRPr>
            </a:pPr>
            <a:r>
              <a:t>console.</a:t>
            </a:r>
            <a:r>
              <a:rPr>
                <a:solidFill>
                  <a:srgbClr val="660066"/>
                </a:solidFill>
              </a:rPr>
              <a:t>log</a:t>
            </a:r>
            <a:r>
              <a:rPr>
                <a:solidFill>
                  <a:srgbClr val="009900"/>
                </a:solidFill>
              </a:rPr>
              <a:t>(</a:t>
            </a:r>
            <a:r>
              <a:t>x</a:t>
            </a:r>
            <a:r>
              <a:rPr>
                <a:solidFill>
                  <a:srgbClr val="009900"/>
                </a:solidFill>
              </a:rPr>
              <a:t>)</a:t>
            </a:r>
            <a:r>
              <a:rPr>
                <a:solidFill>
                  <a:srgbClr val="339933"/>
                </a:solidFill>
              </a:rPr>
              <a:t>; </a:t>
            </a:r>
            <a:r>
              <a:rPr i="1">
                <a:solidFill>
                  <a:srgbClr val="006600"/>
                </a:solidFill>
              </a:rPr>
              <a:t>// [1, 2, 3, 4, 5]</a:t>
            </a:r>
          </a:p>
        </p:txBody>
      </p:sp>
      <p:sp>
        <p:nvSpPr>
          <p:cNvPr id="857" name="TextBox 6"/>
          <p:cNvSpPr txBox="1"/>
          <p:nvPr/>
        </p:nvSpPr>
        <p:spPr>
          <a:xfrm>
            <a:off x="6389461" y="1015909"/>
            <a:ext cx="5498514" cy="2504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600">
                <a:solidFill>
                  <a:srgbClr val="569CD6"/>
                </a:solidFill>
                <a:latin typeface="Consolas"/>
                <a:ea typeface="Consolas"/>
                <a:cs typeface="Consolas"/>
                <a:sym typeface="Consolas"/>
              </a:defRPr>
            </a:pPr>
            <a:r>
              <a:t>const</a:t>
            </a:r>
            <a:r>
              <a:rPr>
                <a:solidFill>
                  <a:srgbClr val="D4D4D4"/>
                </a:solidFill>
              </a:rPr>
              <a:t> </a:t>
            </a:r>
            <a:r>
              <a:rPr>
                <a:solidFill>
                  <a:srgbClr val="4FC1FF"/>
                </a:solidFill>
              </a:rPr>
              <a:t>firstName</a:t>
            </a:r>
            <a:r>
              <a:rPr>
                <a:solidFill>
                  <a:srgbClr val="D4D4D4"/>
                </a:solidFill>
              </a:rPr>
              <a:t> = </a:t>
            </a:r>
            <a:r>
              <a:rPr>
                <a:solidFill>
                  <a:srgbClr val="FFD966"/>
                </a:solidFill>
              </a:rPr>
              <a:t>‘Bob’</a:t>
            </a:r>
            <a:r>
              <a:rPr>
                <a:solidFill>
                  <a:srgbClr val="D4D4D4"/>
                </a:solidFill>
              </a:rPr>
              <a:t>;</a:t>
            </a:r>
            <a:endParaRPr>
              <a:solidFill>
                <a:srgbClr val="D4D4D4"/>
              </a:solidFill>
            </a:endParaRPr>
          </a:p>
          <a:p>
            <a:pPr>
              <a:defRPr sz="1600">
                <a:solidFill>
                  <a:srgbClr val="569CD6"/>
                </a:solidFill>
                <a:latin typeface="Consolas"/>
                <a:ea typeface="Consolas"/>
                <a:cs typeface="Consolas"/>
                <a:sym typeface="Consolas"/>
              </a:defRPr>
            </a:pPr>
            <a:endParaRPr>
              <a:solidFill>
                <a:srgbClr val="D4D4D4"/>
              </a:solidFill>
            </a:endParaRPr>
          </a:p>
          <a:p>
            <a:pPr>
              <a:defRPr sz="1600">
                <a:solidFill>
                  <a:srgbClr val="569CD6"/>
                </a:solidFill>
                <a:latin typeface="Consolas"/>
                <a:ea typeface="Consolas"/>
                <a:cs typeface="Consolas"/>
                <a:sym typeface="Consolas"/>
              </a:defRPr>
            </a:pPr>
            <a:r>
              <a:rPr>
                <a:solidFill>
                  <a:srgbClr val="4FC1FF"/>
                </a:solidFill>
              </a:rPr>
              <a:t>firstName.concat</a:t>
            </a:r>
            <a:r>
              <a:rPr>
                <a:solidFill>
                  <a:srgbClr val="FFD966"/>
                </a:solidFill>
              </a:rPr>
              <a:t>(’ Ross’)</a:t>
            </a:r>
            <a:r>
              <a:rPr>
                <a:solidFill>
                  <a:srgbClr val="D4D4D4"/>
                </a:solidFill>
              </a:rPr>
              <a:t>;</a:t>
            </a:r>
            <a:endParaRPr>
              <a:solidFill>
                <a:srgbClr val="D4D4D4"/>
              </a:solidFill>
            </a:endParaRPr>
          </a:p>
          <a:p>
            <a:pPr>
              <a:defRPr sz="1600">
                <a:solidFill>
                  <a:srgbClr val="D4D4D4"/>
                </a:solidFill>
                <a:latin typeface="Consolas"/>
                <a:ea typeface="Consolas"/>
                <a:cs typeface="Consolas"/>
                <a:sym typeface="Consolas"/>
              </a:defRPr>
            </a:pPr>
          </a:p>
          <a:p>
            <a:pPr>
              <a:defRPr sz="1600">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4FC1FF"/>
                </a:solidFill>
              </a:rPr>
              <a:t>firstName</a:t>
            </a:r>
            <a:r>
              <a:rPr>
                <a:solidFill>
                  <a:schemeClr val="accent3"/>
                </a:solidFill>
              </a:rPr>
              <a:t>)</a:t>
            </a:r>
            <a:r>
              <a:rPr>
                <a:solidFill>
                  <a:srgbClr val="D4D4D4"/>
                </a:solidFill>
              </a:rPr>
              <a:t>; </a:t>
            </a:r>
            <a:r>
              <a:rPr>
                <a:solidFill>
                  <a:srgbClr val="6A9955"/>
                </a:solidFill>
              </a:rPr>
              <a:t>// ‘Bob’</a:t>
            </a:r>
            <a:endParaRPr>
              <a:solidFill>
                <a:srgbClr val="D4D4D4"/>
              </a:solidFill>
            </a:endParaRPr>
          </a:p>
          <a:p>
            <a:pPr>
              <a:defRPr sz="1600">
                <a:solidFill>
                  <a:srgbClr val="9CDCFE"/>
                </a:solidFill>
                <a:latin typeface="Consolas"/>
                <a:ea typeface="Consolas"/>
                <a:cs typeface="Consolas"/>
                <a:sym typeface="Consolas"/>
              </a:defRPr>
            </a:pPr>
            <a:endParaRPr>
              <a:solidFill>
                <a:srgbClr val="D4D4D4"/>
              </a:solidFill>
            </a:endParaRPr>
          </a:p>
          <a:p>
            <a:pPr>
              <a:defRPr sz="1600">
                <a:solidFill>
                  <a:srgbClr val="9CDCFE"/>
                </a:solidFill>
                <a:latin typeface="Consolas"/>
                <a:ea typeface="Consolas"/>
                <a:cs typeface="Consolas"/>
                <a:sym typeface="Consolas"/>
              </a:defRPr>
            </a:pPr>
            <a:r>
              <a:t>const</a:t>
            </a:r>
            <a:r>
              <a:rPr>
                <a:solidFill>
                  <a:srgbClr val="D4D4D4"/>
                </a:solidFill>
              </a:rPr>
              <a:t> </a:t>
            </a:r>
            <a:r>
              <a:rPr>
                <a:solidFill>
                  <a:srgbClr val="4FC1FF"/>
                </a:solidFill>
              </a:rPr>
              <a:t>fullName</a:t>
            </a:r>
            <a:r>
              <a:rPr>
                <a:solidFill>
                  <a:srgbClr val="D4D4D4"/>
                </a:solidFill>
              </a:rPr>
              <a:t> =</a:t>
            </a:r>
            <a:r>
              <a:rPr>
                <a:solidFill>
                  <a:srgbClr val="FFD966"/>
                </a:solidFill>
              </a:rPr>
              <a:t> </a:t>
            </a:r>
            <a:r>
              <a:rPr>
                <a:solidFill>
                  <a:srgbClr val="4FC1FF"/>
                </a:solidFill>
              </a:rPr>
              <a:t>firstName.concat</a:t>
            </a:r>
            <a:r>
              <a:rPr>
                <a:solidFill>
                  <a:srgbClr val="FFD966"/>
                </a:solidFill>
              </a:rPr>
              <a:t>(’ Ross’)</a:t>
            </a:r>
            <a:r>
              <a:rPr>
                <a:solidFill>
                  <a:srgbClr val="D4D4D4"/>
                </a:solidFill>
              </a:rPr>
              <a:t>;</a:t>
            </a:r>
            <a:endParaRPr>
              <a:solidFill>
                <a:srgbClr val="D4D4D4"/>
              </a:solidFill>
            </a:endParaRPr>
          </a:p>
          <a:p>
            <a:pPr>
              <a:defRPr sz="1600">
                <a:solidFill>
                  <a:srgbClr val="9CDCFE"/>
                </a:solidFill>
                <a:latin typeface="Consolas"/>
                <a:ea typeface="Consolas"/>
                <a:cs typeface="Consolas"/>
                <a:sym typeface="Consolas"/>
              </a:defRPr>
            </a:pPr>
            <a:endParaRPr>
              <a:solidFill>
                <a:srgbClr val="D4D4D4"/>
              </a:solidFill>
            </a:endParaRPr>
          </a:p>
          <a:p>
            <a:pPr>
              <a:defRPr sz="1600">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4FC1FF"/>
                </a:solidFill>
              </a:rPr>
              <a:t>firstName</a:t>
            </a:r>
            <a:r>
              <a:rPr>
                <a:solidFill>
                  <a:schemeClr val="accent3"/>
                </a:solidFill>
              </a:rPr>
              <a:t>)</a:t>
            </a:r>
            <a:r>
              <a:rPr>
                <a:solidFill>
                  <a:srgbClr val="D4D4D4"/>
                </a:solidFill>
              </a:rPr>
              <a:t>; </a:t>
            </a:r>
            <a:r>
              <a:rPr>
                <a:solidFill>
                  <a:srgbClr val="6A9955"/>
                </a:solidFill>
              </a:rPr>
              <a:t>// ‘Bob’ </a:t>
            </a:r>
            <a:r>
              <a:t>console</a:t>
            </a:r>
            <a:r>
              <a:rPr>
                <a:solidFill>
                  <a:srgbClr val="D4D4D4"/>
                </a:solidFill>
              </a:rPr>
              <a:t>.</a:t>
            </a:r>
            <a:r>
              <a:rPr>
                <a:solidFill>
                  <a:srgbClr val="DCDCAA"/>
                </a:solidFill>
              </a:rPr>
              <a:t>log</a:t>
            </a:r>
            <a:r>
              <a:rPr>
                <a:solidFill>
                  <a:schemeClr val="accent3"/>
                </a:solidFill>
              </a:rPr>
              <a:t>(</a:t>
            </a:r>
            <a:r>
              <a:rPr>
                <a:solidFill>
                  <a:srgbClr val="4FC1FF"/>
                </a:solidFill>
              </a:rPr>
              <a:t>fullName</a:t>
            </a:r>
            <a:r>
              <a:rPr>
                <a:solidFill>
                  <a:schemeClr val="accent3"/>
                </a:solidFill>
              </a:rPr>
              <a:t>)</a:t>
            </a:r>
            <a:r>
              <a:rPr>
                <a:solidFill>
                  <a:srgbClr val="D4D4D4"/>
                </a:solidFill>
              </a:rPr>
              <a:t>; </a:t>
            </a:r>
            <a:r>
              <a:rPr>
                <a:solidFill>
                  <a:srgbClr val="6A9955"/>
                </a:solidFill>
              </a:rPr>
              <a:t>// ‘Bob Ross’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59"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60" name="Text Placeholder 1"/>
          <p:cNvSpPr txBox="1"/>
          <p:nvPr>
            <p:ph type="body" sz="quarter" idx="1"/>
          </p:nvPr>
        </p:nvSpPr>
        <p:spPr>
          <a:xfrm>
            <a:off x="457200" y="231494"/>
            <a:ext cx="3611880" cy="225706"/>
          </a:xfrm>
          <a:prstGeom prst="rect">
            <a:avLst/>
          </a:prstGeom>
        </p:spPr>
        <p:txBody>
          <a:bodyPr/>
          <a:lstStyle/>
          <a:p>
            <a:pPr/>
            <a:r>
              <a:t>Functional Programming</a:t>
            </a:r>
          </a:p>
        </p:txBody>
      </p:sp>
      <p:sp>
        <p:nvSpPr>
          <p:cNvPr id="861" name="Title 2"/>
          <p:cNvSpPr txBox="1"/>
          <p:nvPr>
            <p:ph type="title"/>
          </p:nvPr>
        </p:nvSpPr>
        <p:spPr>
          <a:prstGeom prst="rect">
            <a:avLst/>
          </a:prstGeom>
        </p:spPr>
        <p:txBody>
          <a:bodyPr/>
          <a:lstStyle/>
          <a:p>
            <a:pPr/>
            <a:r>
              <a:t>Shared state</a:t>
            </a:r>
          </a:p>
        </p:txBody>
      </p:sp>
      <p:sp>
        <p:nvSpPr>
          <p:cNvPr id="862" name="Title 2"/>
          <p:cNvSpPr txBox="1"/>
          <p:nvPr/>
        </p:nvSpPr>
        <p:spPr>
          <a:xfrm>
            <a:off x="6444762" y="457200"/>
            <a:ext cx="4797426" cy="2939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200">
                <a:solidFill>
                  <a:srgbClr val="FFFFFF"/>
                </a:solidFill>
              </a:defRPr>
            </a:lvl1pPr>
          </a:lstStyle>
          <a:p>
            <a:pPr/>
            <a:r>
              <a:t>Avoiding shared state</a:t>
            </a:r>
          </a:p>
        </p:txBody>
      </p:sp>
      <p:sp>
        <p:nvSpPr>
          <p:cNvPr id="863" name="TextBox 4"/>
          <p:cNvSpPr txBox="1"/>
          <p:nvPr/>
        </p:nvSpPr>
        <p:spPr>
          <a:xfrm>
            <a:off x="457201" y="1059873"/>
            <a:ext cx="5423078" cy="1955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212529"/>
                </a:solidFill>
                <a:latin typeface="Consolas"/>
                <a:ea typeface="Consolas"/>
                <a:cs typeface="Consolas"/>
                <a:sym typeface="Consolas"/>
              </a:defRPr>
            </a:pPr>
            <a:r>
              <a:t>let counter </a:t>
            </a:r>
            <a:r>
              <a:rPr>
                <a:solidFill>
                  <a:srgbClr val="339933"/>
                </a:solidFill>
              </a:rPr>
              <a:t>= </a:t>
            </a:r>
            <a:r>
              <a:rPr>
                <a:solidFill>
                  <a:srgbClr val="CC0000"/>
                </a:solidFill>
              </a:rPr>
              <a:t>0</a:t>
            </a:r>
            <a:r>
              <a:rPr>
                <a:solidFill>
                  <a:srgbClr val="339933"/>
                </a:solidFill>
              </a:rPr>
              <a:t>;</a:t>
            </a:r>
            <a:endParaRPr>
              <a:solidFill>
                <a:srgbClr val="339933"/>
              </a:solidFill>
            </a:endParaRPr>
          </a:p>
          <a:p>
            <a:pPr>
              <a:defRPr b="1">
                <a:solidFill>
                  <a:srgbClr val="000066"/>
                </a:solidFill>
                <a:latin typeface="Consolas"/>
                <a:ea typeface="Consolas"/>
                <a:cs typeface="Consolas"/>
                <a:sym typeface="Consolas"/>
              </a:defRPr>
            </a:pPr>
            <a:r>
              <a:t>function</a:t>
            </a:r>
            <a:r>
              <a:rPr b="0">
                <a:solidFill>
                  <a:srgbClr val="212529"/>
                </a:solidFill>
              </a:rPr>
              <a:t> incrementCounter</a:t>
            </a:r>
            <a:r>
              <a:rPr b="0">
                <a:solidFill>
                  <a:srgbClr val="009900"/>
                </a:solidFill>
              </a:rPr>
              <a:t>() {</a:t>
            </a:r>
            <a:endParaRPr>
              <a:solidFill>
                <a:srgbClr val="212529"/>
              </a:solidFill>
            </a:endParaRPr>
          </a:p>
          <a:p>
            <a:pPr>
              <a:defRPr>
                <a:solidFill>
                  <a:srgbClr val="212529"/>
                </a:solidFill>
                <a:latin typeface="Consolas"/>
                <a:ea typeface="Consolas"/>
                <a:cs typeface="Consolas"/>
                <a:sym typeface="Consolas"/>
              </a:defRPr>
            </a:pPr>
            <a:r>
              <a:t>  counter</a:t>
            </a:r>
            <a:r>
              <a:rPr>
                <a:solidFill>
                  <a:srgbClr val="339933"/>
                </a:solidFill>
              </a:rPr>
              <a:t>++;</a:t>
            </a:r>
            <a:endParaRPr>
              <a:solidFill>
                <a:srgbClr val="339933"/>
              </a:solidFill>
            </a:endParaRPr>
          </a:p>
          <a:p>
            <a:pPr>
              <a:defRPr>
                <a:solidFill>
                  <a:srgbClr val="339933"/>
                </a:solidFill>
                <a:latin typeface="Consolas"/>
                <a:ea typeface="Consolas"/>
                <a:cs typeface="Consolas"/>
                <a:sym typeface="Consolas"/>
              </a:defRPr>
            </a:pPr>
            <a:r>
              <a:t>  </a:t>
            </a:r>
            <a:r>
              <a:rPr b="1">
                <a:solidFill>
                  <a:srgbClr val="000066"/>
                </a:solidFill>
              </a:rPr>
              <a:t>return </a:t>
            </a:r>
            <a:r>
              <a:rPr>
                <a:solidFill>
                  <a:srgbClr val="212529"/>
                </a:solidFill>
              </a:rPr>
              <a:t>counter</a:t>
            </a:r>
            <a:r>
              <a:t>;</a:t>
            </a:r>
            <a:endParaRPr>
              <a:solidFill>
                <a:srgbClr val="212529"/>
              </a:solidFill>
            </a:endParaRPr>
          </a:p>
          <a:p>
            <a:pPr>
              <a:defRPr>
                <a:solidFill>
                  <a:srgbClr val="009900"/>
                </a:solidFill>
                <a:latin typeface="Consolas"/>
                <a:ea typeface="Consolas"/>
                <a:cs typeface="Consolas"/>
                <a:sym typeface="Consolas"/>
              </a:defRPr>
            </a:pPr>
            <a:r>
              <a:t>}</a:t>
            </a:r>
            <a:endParaRPr>
              <a:solidFill>
                <a:srgbClr val="339933"/>
              </a:solidFill>
            </a:endParaRPr>
          </a:p>
          <a:p>
            <a:pPr>
              <a:defRPr>
                <a:solidFill>
                  <a:srgbClr val="212529"/>
                </a:solidFill>
                <a:latin typeface="Consolas"/>
                <a:ea typeface="Consolas"/>
                <a:cs typeface="Consolas"/>
                <a:sym typeface="Consolas"/>
              </a:defRPr>
            </a:pPr>
            <a:r>
              <a:t>console.</a:t>
            </a:r>
            <a:r>
              <a:rPr>
                <a:solidFill>
                  <a:srgbClr val="660066"/>
                </a:solidFill>
              </a:rPr>
              <a:t>log</a:t>
            </a:r>
            <a:r>
              <a:rPr>
                <a:solidFill>
                  <a:srgbClr val="009900"/>
                </a:solidFill>
              </a:rPr>
              <a:t>(</a:t>
            </a:r>
            <a:r>
              <a:t>incrementCounter</a:t>
            </a:r>
            <a:r>
              <a:rPr>
                <a:solidFill>
                  <a:srgbClr val="009900"/>
                </a:solidFill>
              </a:rPr>
              <a:t>())</a:t>
            </a:r>
            <a:r>
              <a:rPr>
                <a:solidFill>
                  <a:srgbClr val="339933"/>
                </a:solidFill>
              </a:rPr>
              <a:t>; </a:t>
            </a:r>
            <a:r>
              <a:rPr i="1">
                <a:solidFill>
                  <a:srgbClr val="006600"/>
                </a:solidFill>
              </a:rPr>
              <a:t>// 1</a:t>
            </a:r>
            <a:endParaRPr i="1">
              <a:solidFill>
                <a:srgbClr val="006600"/>
              </a:solidFill>
            </a:endParaRPr>
          </a:p>
          <a:p>
            <a:pPr>
              <a:defRPr>
                <a:solidFill>
                  <a:srgbClr val="212529"/>
                </a:solidFill>
                <a:latin typeface="Consolas"/>
                <a:ea typeface="Consolas"/>
                <a:cs typeface="Consolas"/>
                <a:sym typeface="Consolas"/>
              </a:defRPr>
            </a:pPr>
            <a:r>
              <a:t>console.</a:t>
            </a:r>
            <a:r>
              <a:rPr>
                <a:solidFill>
                  <a:srgbClr val="660066"/>
                </a:solidFill>
              </a:rPr>
              <a:t>log</a:t>
            </a:r>
            <a:r>
              <a:rPr>
                <a:solidFill>
                  <a:srgbClr val="009900"/>
                </a:solidFill>
              </a:rPr>
              <a:t>(</a:t>
            </a:r>
            <a:r>
              <a:t>incrementCounter</a:t>
            </a:r>
            <a:r>
              <a:rPr>
                <a:solidFill>
                  <a:srgbClr val="009900"/>
                </a:solidFill>
              </a:rPr>
              <a:t>())</a:t>
            </a:r>
            <a:r>
              <a:rPr>
                <a:solidFill>
                  <a:srgbClr val="339933"/>
                </a:solidFill>
              </a:rPr>
              <a:t>; </a:t>
            </a:r>
            <a:r>
              <a:rPr i="1">
                <a:solidFill>
                  <a:srgbClr val="006600"/>
                </a:solidFill>
              </a:rPr>
              <a:t>// 2</a:t>
            </a:r>
          </a:p>
        </p:txBody>
      </p:sp>
      <p:sp>
        <p:nvSpPr>
          <p:cNvPr id="864" name="TextBox 5"/>
          <p:cNvSpPr txBox="1"/>
          <p:nvPr/>
        </p:nvSpPr>
        <p:spPr>
          <a:xfrm>
            <a:off x="6389461" y="1015909"/>
            <a:ext cx="5498514" cy="2326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569CD6"/>
                </a:solidFill>
                <a:latin typeface="Consolas"/>
                <a:ea typeface="Consolas"/>
                <a:cs typeface="Consolas"/>
                <a:sym typeface="Consolas"/>
              </a:defRPr>
            </a:pPr>
            <a:r>
              <a:t>function</a:t>
            </a:r>
            <a:r>
              <a:rPr>
                <a:solidFill>
                  <a:srgbClr val="D4D4D4"/>
                </a:solidFill>
              </a:rPr>
              <a:t> </a:t>
            </a:r>
            <a:r>
              <a:rPr>
                <a:solidFill>
                  <a:srgbClr val="DCDCAA"/>
                </a:solidFill>
              </a:rPr>
              <a:t>increment</a:t>
            </a:r>
            <a:r>
              <a:rPr>
                <a:solidFill>
                  <a:schemeClr val="accent3"/>
                </a:solidFill>
              </a:rPr>
              <a:t>(</a:t>
            </a:r>
            <a:r>
              <a:rPr>
                <a:solidFill>
                  <a:srgbClr val="9CDCFE"/>
                </a:solidFill>
              </a:rPr>
              <a:t>n</a:t>
            </a:r>
            <a:r>
              <a:rPr>
                <a:solidFill>
                  <a:schemeClr val="accent3"/>
                </a:solidFill>
              </a:rPr>
              <a:t>) {</a:t>
            </a:r>
            <a:endParaRPr>
              <a:solidFill>
                <a:schemeClr val="accent3"/>
              </a:solidFill>
            </a:endParaRPr>
          </a:p>
          <a:p>
            <a:pPr>
              <a:defRPr>
                <a:solidFill>
                  <a:srgbClr val="C586C0"/>
                </a:solidFill>
                <a:latin typeface="Consolas"/>
                <a:ea typeface="Consolas"/>
                <a:cs typeface="Consolas"/>
                <a:sym typeface="Consolas"/>
              </a:defRPr>
            </a:pPr>
            <a:r>
              <a:t>  return</a:t>
            </a:r>
            <a:r>
              <a:rPr>
                <a:solidFill>
                  <a:srgbClr val="569CD6"/>
                </a:solidFill>
              </a:rPr>
              <a:t> </a:t>
            </a:r>
            <a:r>
              <a:rPr>
                <a:solidFill>
                  <a:srgbClr val="9CDCFE"/>
                </a:solidFill>
              </a:rPr>
              <a:t>n </a:t>
            </a:r>
            <a:r>
              <a:rPr>
                <a:solidFill>
                  <a:srgbClr val="D4D4D4"/>
                </a:solidFill>
              </a:rPr>
              <a:t>+ 1;</a:t>
            </a:r>
            <a:endParaRPr>
              <a:solidFill>
                <a:schemeClr val="accent3"/>
              </a:solidFill>
            </a:endParaRPr>
          </a:p>
          <a:p>
            <a:pPr>
              <a:defRPr>
                <a:solidFill>
                  <a:schemeClr val="accent3"/>
                </a:solidFill>
                <a:latin typeface="Consolas"/>
                <a:ea typeface="Consolas"/>
                <a:cs typeface="Consolas"/>
                <a:sym typeface="Consolas"/>
              </a:defRPr>
            </a:pPr>
            <a:r>
              <a:t>}</a:t>
            </a:r>
          </a:p>
          <a:p>
            <a:pPr>
              <a:defRPr>
                <a:solidFill>
                  <a:srgbClr val="569CD6"/>
                </a:solidFill>
                <a:latin typeface="Consolas"/>
                <a:ea typeface="Consolas"/>
                <a:cs typeface="Consolas"/>
                <a:sym typeface="Consolas"/>
              </a:defRPr>
            </a:pPr>
          </a:p>
          <a:p>
            <a:pPr>
              <a:defRPr>
                <a:solidFill>
                  <a:srgbClr val="569CD6"/>
                </a:solidFill>
                <a:latin typeface="Consolas"/>
                <a:ea typeface="Consolas"/>
                <a:cs typeface="Consolas"/>
                <a:sym typeface="Consolas"/>
              </a:defRPr>
            </a:pPr>
            <a:r>
              <a:t>let</a:t>
            </a:r>
            <a:r>
              <a:rPr>
                <a:solidFill>
                  <a:srgbClr val="D4D4D4"/>
                </a:solidFill>
              </a:rPr>
              <a:t> </a:t>
            </a:r>
            <a:r>
              <a:rPr>
                <a:solidFill>
                  <a:srgbClr val="4FC1FF"/>
                </a:solidFill>
              </a:rPr>
              <a:t>count</a:t>
            </a:r>
            <a:r>
              <a:rPr>
                <a:solidFill>
                  <a:srgbClr val="D4D4D4"/>
                </a:solidFill>
              </a:rPr>
              <a:t> = 0;</a:t>
            </a:r>
            <a:endParaRPr>
              <a:solidFill>
                <a:srgbClr val="D4D4D4"/>
              </a:solidFill>
            </a:endParaR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4FC1FF"/>
                </a:solidFill>
              </a:rPr>
              <a:t>increment</a:t>
            </a:r>
            <a:r>
              <a:rPr>
                <a:solidFill>
                  <a:srgbClr val="C586C0"/>
                </a:solidFill>
              </a:rPr>
              <a:t>(</a:t>
            </a:r>
            <a:r>
              <a:t>count</a:t>
            </a:r>
            <a:r>
              <a:rPr>
                <a:solidFill>
                  <a:srgbClr val="C586C0"/>
                </a:solidFill>
              </a:rPr>
              <a:t>)</a:t>
            </a:r>
            <a:r>
              <a:rPr>
                <a:solidFill>
                  <a:schemeClr val="accent3"/>
                </a:solidFill>
              </a:rPr>
              <a:t>)</a:t>
            </a:r>
            <a:r>
              <a:rPr>
                <a:solidFill>
                  <a:srgbClr val="D4D4D4"/>
                </a:solidFill>
              </a:rPr>
              <a:t>; </a:t>
            </a:r>
            <a:r>
              <a:rPr>
                <a:solidFill>
                  <a:srgbClr val="6A9955"/>
                </a:solidFill>
              </a:rPr>
              <a:t>// 1</a:t>
            </a:r>
            <a:endParaRPr>
              <a:solidFill>
                <a:srgbClr val="6A9955"/>
              </a:solidFill>
            </a:endParaRPr>
          </a:p>
          <a:p>
            <a:pPr>
              <a:defRPr>
                <a:solidFill>
                  <a:srgbClr val="4FC1FF"/>
                </a:solidFill>
                <a:latin typeface="Consolas"/>
                <a:ea typeface="Consolas"/>
                <a:cs typeface="Consolas"/>
                <a:sym typeface="Consolas"/>
              </a:defRPr>
            </a:pPr>
            <a:r>
              <a:t>count</a:t>
            </a:r>
            <a:r>
              <a:rPr>
                <a:solidFill>
                  <a:srgbClr val="D4D4D4"/>
                </a:solidFill>
              </a:rPr>
              <a:t> = </a:t>
            </a:r>
            <a:r>
              <a:t>increment</a:t>
            </a:r>
            <a:r>
              <a:rPr>
                <a:solidFill>
                  <a:schemeClr val="accent3"/>
                </a:solidFill>
              </a:rPr>
              <a:t>(</a:t>
            </a:r>
            <a:r>
              <a:rPr>
                <a:solidFill>
                  <a:srgbClr val="9CDCFE"/>
                </a:solidFill>
              </a:rPr>
              <a:t>count</a:t>
            </a:r>
            <a:r>
              <a:rPr>
                <a:solidFill>
                  <a:schemeClr val="accent3"/>
                </a:solidFill>
              </a:rPr>
              <a:t>)</a:t>
            </a:r>
            <a:r>
              <a:rPr>
                <a:solidFill>
                  <a:srgbClr val="D4D4D4"/>
                </a:solidFill>
              </a:rPr>
              <a:t>; </a:t>
            </a:r>
            <a:r>
              <a:rPr>
                <a:solidFill>
                  <a:srgbClr val="6A9955"/>
                </a:solidFill>
              </a:rPr>
              <a:t>// count = 1</a:t>
            </a:r>
            <a:endParaRPr>
              <a:solidFill>
                <a:srgbClr val="D4D4D4"/>
              </a:solidFill>
            </a:endParaR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4FC1FF"/>
                </a:solidFill>
              </a:rPr>
              <a:t>increment</a:t>
            </a:r>
            <a:r>
              <a:rPr>
                <a:solidFill>
                  <a:srgbClr val="C586C0"/>
                </a:solidFill>
              </a:rPr>
              <a:t>(</a:t>
            </a:r>
            <a:r>
              <a:t>count</a:t>
            </a:r>
            <a:r>
              <a:rPr>
                <a:solidFill>
                  <a:srgbClr val="C586C0"/>
                </a:solidFill>
              </a:rPr>
              <a:t>)</a:t>
            </a:r>
            <a:r>
              <a:rPr>
                <a:solidFill>
                  <a:schemeClr val="accent3"/>
                </a:solidFill>
              </a:rPr>
              <a:t>)</a:t>
            </a:r>
            <a:r>
              <a:rPr>
                <a:solidFill>
                  <a:srgbClr val="D4D4D4"/>
                </a:solidFill>
              </a:rPr>
              <a:t>; </a:t>
            </a:r>
            <a:r>
              <a:rPr>
                <a:solidFill>
                  <a:srgbClr val="6A9955"/>
                </a:solidFill>
              </a:rPr>
              <a:t>// 2</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66"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67" name="Text Placeholder 1"/>
          <p:cNvSpPr txBox="1"/>
          <p:nvPr>
            <p:ph type="body" sz="quarter" idx="1"/>
          </p:nvPr>
        </p:nvSpPr>
        <p:spPr>
          <a:xfrm>
            <a:off x="457200" y="231494"/>
            <a:ext cx="3611880" cy="225706"/>
          </a:xfrm>
          <a:prstGeom prst="rect">
            <a:avLst/>
          </a:prstGeom>
        </p:spPr>
        <p:txBody>
          <a:bodyPr/>
          <a:lstStyle/>
          <a:p>
            <a:pPr/>
            <a:r>
              <a:t>Functional programming</a:t>
            </a:r>
          </a:p>
        </p:txBody>
      </p:sp>
      <p:sp>
        <p:nvSpPr>
          <p:cNvPr id="868" name="Title 3"/>
          <p:cNvSpPr txBox="1"/>
          <p:nvPr>
            <p:ph type="title"/>
          </p:nvPr>
        </p:nvSpPr>
        <p:spPr>
          <a:prstGeom prst="rect">
            <a:avLst/>
          </a:prstGeom>
        </p:spPr>
        <p:txBody>
          <a:bodyPr/>
          <a:lstStyle/>
          <a:p>
            <a:pPr/>
            <a:r>
              <a:t>First-class citizens</a:t>
            </a:r>
          </a:p>
        </p:txBody>
      </p:sp>
      <p:sp>
        <p:nvSpPr>
          <p:cNvPr id="869" name="TextBox 5"/>
          <p:cNvSpPr txBox="1"/>
          <p:nvPr/>
        </p:nvSpPr>
        <p:spPr>
          <a:xfrm>
            <a:off x="6619435" y="612843"/>
            <a:ext cx="5324622" cy="5958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6A9955"/>
                </a:solidFill>
                <a:latin typeface="Consolas"/>
                <a:ea typeface="Consolas"/>
                <a:cs typeface="Consolas"/>
                <a:sym typeface="Consolas"/>
              </a:defRPr>
            </a:pPr>
            <a:r>
              <a:t>// Assign a function to a variable</a:t>
            </a:r>
            <a:endParaRPr>
              <a:solidFill>
                <a:srgbClr val="569CD6"/>
              </a:solidFill>
            </a:endParaRPr>
          </a:p>
          <a:p>
            <a:pPr>
              <a:defRPr>
                <a:solidFill>
                  <a:srgbClr val="569CD6"/>
                </a:solidFill>
                <a:latin typeface="Consolas"/>
                <a:ea typeface="Consolas"/>
                <a:cs typeface="Consolas"/>
                <a:sym typeface="Consolas"/>
              </a:defRPr>
            </a:pPr>
            <a:r>
              <a:t>const</a:t>
            </a:r>
            <a:r>
              <a:rPr>
                <a:solidFill>
                  <a:srgbClr val="D4D4D4"/>
                </a:solidFill>
              </a:rPr>
              <a:t> </a:t>
            </a:r>
            <a:r>
              <a:rPr>
                <a:solidFill>
                  <a:srgbClr val="DCDCAA"/>
                </a:solidFill>
              </a:rPr>
              <a:t>add</a:t>
            </a:r>
            <a:r>
              <a:rPr>
                <a:solidFill>
                  <a:srgbClr val="D4D4D4"/>
                </a:solidFill>
              </a:rPr>
              <a:t> = </a:t>
            </a:r>
            <a:r>
              <a:rPr>
                <a:solidFill>
                  <a:schemeClr val="accent3"/>
                </a:solidFill>
              </a:rPr>
              <a:t>(</a:t>
            </a:r>
            <a:r>
              <a:rPr>
                <a:solidFill>
                  <a:srgbClr val="9CDCFE"/>
                </a:solidFill>
              </a:rPr>
              <a:t>x</a:t>
            </a:r>
            <a:r>
              <a:rPr>
                <a:solidFill>
                  <a:srgbClr val="CCCCCC"/>
                </a:solidFill>
              </a:rPr>
              <a:t>, </a:t>
            </a:r>
            <a:r>
              <a:rPr>
                <a:solidFill>
                  <a:srgbClr val="9CDCFE"/>
                </a:solidFill>
              </a:rPr>
              <a:t>y</a:t>
            </a:r>
            <a:r>
              <a:rPr>
                <a:solidFill>
                  <a:schemeClr val="accent3"/>
                </a:solidFill>
              </a:rPr>
              <a:t>)</a:t>
            </a:r>
            <a:r>
              <a:rPr>
                <a:solidFill>
                  <a:srgbClr val="D4D4D4"/>
                </a:solidFill>
              </a:rPr>
              <a:t> </a:t>
            </a:r>
            <a:r>
              <a:t>=&gt; </a:t>
            </a:r>
            <a:r>
              <a:rPr>
                <a:solidFill>
                  <a:srgbClr val="9CDCFE"/>
                </a:solidFill>
              </a:rPr>
              <a:t>x </a:t>
            </a:r>
            <a:r>
              <a:rPr>
                <a:solidFill>
                  <a:srgbClr val="D4D4D4"/>
                </a:solidFill>
              </a:rPr>
              <a:t>+</a:t>
            </a:r>
            <a:r>
              <a:rPr>
                <a:solidFill>
                  <a:srgbClr val="9CDCFE"/>
                </a:solidFill>
              </a:rPr>
              <a:t> y</a:t>
            </a:r>
            <a:r>
              <a:rPr>
                <a:solidFill>
                  <a:srgbClr val="D4D4D4"/>
                </a:solidFill>
              </a:rPr>
              <a:t>;</a:t>
            </a:r>
            <a:endParaRPr>
              <a:solidFill>
                <a:srgbClr val="D4D4D4"/>
              </a:solidFill>
            </a:endParaRPr>
          </a:p>
          <a:p>
            <a:pPr>
              <a:defRPr>
                <a:solidFill>
                  <a:srgbClr val="569CD6"/>
                </a:solidFill>
                <a:latin typeface="Consolas"/>
                <a:ea typeface="Consolas"/>
                <a:cs typeface="Consolas"/>
                <a:sym typeface="Consolas"/>
              </a:defRPr>
            </a:pPr>
            <a:r>
              <a:t>const</a:t>
            </a:r>
            <a:r>
              <a:rPr>
                <a:solidFill>
                  <a:srgbClr val="D4D4D4"/>
                </a:solidFill>
              </a:rPr>
              <a:t> </a:t>
            </a:r>
            <a:r>
              <a:rPr>
                <a:solidFill>
                  <a:srgbClr val="DCDCAA"/>
                </a:solidFill>
              </a:rPr>
              <a:t>sum</a:t>
            </a:r>
            <a:r>
              <a:rPr>
                <a:solidFill>
                  <a:srgbClr val="4FC1FF"/>
                </a:solidFill>
              </a:rPr>
              <a:t> </a:t>
            </a:r>
            <a:r>
              <a:rPr>
                <a:solidFill>
                  <a:srgbClr val="D4D4D4"/>
                </a:solidFill>
              </a:rPr>
              <a:t>= </a:t>
            </a:r>
            <a:r>
              <a:rPr>
                <a:solidFill>
                  <a:srgbClr val="DCDCAA"/>
                </a:solidFill>
              </a:rPr>
              <a:t>add</a:t>
            </a:r>
            <a:r>
              <a:rPr>
                <a:solidFill>
                  <a:srgbClr val="D4D4D4"/>
                </a:solidFill>
              </a:rPr>
              <a:t>;</a:t>
            </a:r>
            <a:endParaRPr>
              <a:solidFill>
                <a:srgbClr val="D4D4D4"/>
              </a:solidFill>
            </a:endParaR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DCDCAA"/>
                </a:solidFill>
              </a:rPr>
              <a:t>sum</a:t>
            </a:r>
            <a:r>
              <a:rPr>
                <a:solidFill>
                  <a:schemeClr val="accent3"/>
                </a:solidFill>
              </a:rPr>
              <a:t>(</a:t>
            </a:r>
            <a:r>
              <a:rPr>
                <a:solidFill>
                  <a:srgbClr val="D4D4D4"/>
                </a:solidFill>
              </a:rPr>
              <a:t>1</a:t>
            </a:r>
            <a:r>
              <a:rPr>
                <a:solidFill>
                  <a:srgbClr val="CCCCCC"/>
                </a:solidFill>
              </a:rPr>
              <a:t>,</a:t>
            </a:r>
            <a:r>
              <a:rPr>
                <a:solidFill>
                  <a:srgbClr val="D4D4D4"/>
                </a:solidFill>
              </a:rPr>
              <a:t> 2</a:t>
            </a:r>
            <a:r>
              <a:rPr>
                <a:solidFill>
                  <a:schemeClr val="accent3"/>
                </a:solidFill>
              </a:rPr>
              <a:t>))</a:t>
            </a:r>
            <a:r>
              <a:rPr>
                <a:solidFill>
                  <a:srgbClr val="D4D4D4"/>
                </a:solidFill>
              </a:rPr>
              <a:t>; </a:t>
            </a:r>
            <a:r>
              <a:rPr>
                <a:solidFill>
                  <a:srgbClr val="6A9955"/>
                </a:solidFill>
              </a:rPr>
              <a:t>// 3</a:t>
            </a:r>
            <a:endParaRPr>
              <a:solidFill>
                <a:srgbClr val="6A9955"/>
              </a:solidFill>
            </a:endParaRPr>
          </a:p>
          <a:p>
            <a:pPr>
              <a:defRPr>
                <a:solidFill>
                  <a:srgbClr val="6A9955"/>
                </a:solidFill>
                <a:latin typeface="Consolas"/>
                <a:ea typeface="Consolas"/>
                <a:cs typeface="Consolas"/>
                <a:sym typeface="Consolas"/>
              </a:defRPr>
            </a:pPr>
          </a:p>
          <a:p>
            <a:pPr>
              <a:defRPr>
                <a:solidFill>
                  <a:srgbClr val="6A9955"/>
                </a:solidFill>
                <a:latin typeface="Consolas"/>
                <a:ea typeface="Consolas"/>
                <a:cs typeface="Consolas"/>
                <a:sym typeface="Consolas"/>
              </a:defRPr>
            </a:pPr>
            <a:r>
              <a:t>// Pass a function as an argument</a:t>
            </a:r>
          </a:p>
          <a:p>
            <a:pPr>
              <a:defRPr>
                <a:solidFill>
                  <a:srgbClr val="569CD6"/>
                </a:solidFill>
                <a:latin typeface="Consolas"/>
                <a:ea typeface="Consolas"/>
                <a:cs typeface="Consolas"/>
                <a:sym typeface="Consolas"/>
              </a:defRPr>
            </a:pPr>
            <a:r>
              <a:t>const</a:t>
            </a:r>
            <a:r>
              <a:rPr>
                <a:solidFill>
                  <a:srgbClr val="D4D4D4"/>
                </a:solidFill>
              </a:rPr>
              <a:t> </a:t>
            </a:r>
            <a:r>
              <a:rPr>
                <a:solidFill>
                  <a:srgbClr val="DCDCAA"/>
                </a:solidFill>
              </a:rPr>
              <a:t>callFunc</a:t>
            </a:r>
            <a:r>
              <a:rPr>
                <a:solidFill>
                  <a:srgbClr val="D4D4D4"/>
                </a:solidFill>
              </a:rPr>
              <a:t> = </a:t>
            </a:r>
            <a:r>
              <a:rPr>
                <a:solidFill>
                  <a:schemeClr val="accent3"/>
                </a:solidFill>
              </a:rPr>
              <a:t>(</a:t>
            </a:r>
            <a:r>
              <a:rPr>
                <a:solidFill>
                  <a:srgbClr val="9CDCFE"/>
                </a:solidFill>
              </a:rPr>
              <a:t>fn</a:t>
            </a:r>
            <a:r>
              <a:rPr>
                <a:solidFill>
                  <a:srgbClr val="CCCCCC"/>
                </a:solidFill>
              </a:rPr>
              <a:t>, ...</a:t>
            </a:r>
            <a:r>
              <a:rPr>
                <a:solidFill>
                  <a:srgbClr val="9CDCFE"/>
                </a:solidFill>
              </a:rPr>
              <a:t>x</a:t>
            </a:r>
            <a:r>
              <a:rPr>
                <a:solidFill>
                  <a:schemeClr val="accent3"/>
                </a:solidFill>
              </a:rPr>
              <a:t>)</a:t>
            </a:r>
            <a:r>
              <a:rPr>
                <a:solidFill>
                  <a:srgbClr val="D4D4D4"/>
                </a:solidFill>
              </a:rPr>
              <a:t> </a:t>
            </a:r>
            <a:r>
              <a:t>=&gt; </a:t>
            </a:r>
            <a:r>
              <a:rPr>
                <a:solidFill>
                  <a:srgbClr val="9CDCFE"/>
                </a:solidFill>
              </a:rPr>
              <a:t>fn</a:t>
            </a:r>
            <a:r>
              <a:rPr>
                <a:solidFill>
                  <a:schemeClr val="accent3"/>
                </a:solidFill>
              </a:rPr>
              <a:t>(</a:t>
            </a:r>
            <a:r>
              <a:rPr>
                <a:solidFill>
                  <a:srgbClr val="CCCCCC"/>
                </a:solidFill>
              </a:rPr>
              <a:t>...</a:t>
            </a:r>
            <a:r>
              <a:rPr>
                <a:solidFill>
                  <a:srgbClr val="9CDCFE"/>
                </a:solidFill>
              </a:rPr>
              <a:t>x</a:t>
            </a:r>
            <a:r>
              <a:rPr>
                <a:solidFill>
                  <a:schemeClr val="accent3"/>
                </a:solidFill>
              </a:rPr>
              <a:t>)</a:t>
            </a:r>
            <a:r>
              <a:rPr>
                <a:solidFill>
                  <a:srgbClr val="D4D4D4"/>
                </a:solidFill>
              </a:rPr>
              <a:t>;</a:t>
            </a:r>
            <a:endParaRPr>
              <a:solidFill>
                <a:srgbClr val="D4D4D4"/>
              </a:solidFill>
            </a:endParaR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DCDCAA"/>
                </a:solidFill>
              </a:rPr>
              <a:t>callFunc</a:t>
            </a:r>
            <a:r>
              <a:rPr>
                <a:solidFill>
                  <a:schemeClr val="accent3"/>
                </a:solidFill>
              </a:rPr>
              <a:t>(</a:t>
            </a:r>
            <a:r>
              <a:rPr>
                <a:solidFill>
                  <a:srgbClr val="DCDCAA"/>
                </a:solidFill>
              </a:rPr>
              <a:t>add</a:t>
            </a:r>
            <a:r>
              <a:rPr>
                <a:solidFill>
                  <a:srgbClr val="CCCCCC"/>
                </a:solidFill>
              </a:rPr>
              <a:t>,</a:t>
            </a:r>
            <a:r>
              <a:rPr>
                <a:solidFill>
                  <a:srgbClr val="D4D4D4"/>
                </a:solidFill>
              </a:rPr>
              <a:t> 2, 3</a:t>
            </a:r>
            <a:r>
              <a:rPr>
                <a:solidFill>
                  <a:schemeClr val="accent3"/>
                </a:solidFill>
              </a:rPr>
              <a:t>))</a:t>
            </a:r>
            <a:r>
              <a:rPr>
                <a:solidFill>
                  <a:srgbClr val="D4D4D4"/>
                </a:solidFill>
              </a:rPr>
              <a:t>; </a:t>
            </a:r>
            <a:r>
              <a:rPr>
                <a:solidFill>
                  <a:srgbClr val="6A9955"/>
                </a:solidFill>
              </a:rPr>
              <a:t>// 5</a:t>
            </a:r>
            <a:endParaRPr>
              <a:solidFill>
                <a:srgbClr val="6A9955"/>
              </a:solidFill>
            </a:endParaRPr>
          </a:p>
          <a:p>
            <a:pPr>
              <a:defRPr>
                <a:solidFill>
                  <a:srgbClr val="6A9955"/>
                </a:solidFill>
                <a:latin typeface="Consolas"/>
                <a:ea typeface="Consolas"/>
                <a:cs typeface="Consolas"/>
                <a:sym typeface="Consolas"/>
              </a:defRPr>
            </a:pPr>
          </a:p>
          <a:p>
            <a:pPr>
              <a:defRPr>
                <a:solidFill>
                  <a:srgbClr val="6A9955"/>
                </a:solidFill>
                <a:latin typeface="Consolas"/>
                <a:ea typeface="Consolas"/>
                <a:cs typeface="Consolas"/>
                <a:sym typeface="Consolas"/>
              </a:defRPr>
            </a:pPr>
            <a:r>
              <a:t>// Return a function from a function</a:t>
            </a:r>
            <a:endParaRPr>
              <a:solidFill>
                <a:srgbClr val="569CD6"/>
              </a:solidFill>
            </a:endParaRPr>
          </a:p>
          <a:p>
            <a:pPr>
              <a:defRPr>
                <a:solidFill>
                  <a:srgbClr val="569CD6"/>
                </a:solidFill>
                <a:latin typeface="Consolas"/>
                <a:ea typeface="Consolas"/>
                <a:cs typeface="Consolas"/>
                <a:sym typeface="Consolas"/>
              </a:defRPr>
            </a:pPr>
            <a:r>
              <a:t>function</a:t>
            </a:r>
            <a:r>
              <a:rPr>
                <a:solidFill>
                  <a:srgbClr val="D4D4D4"/>
                </a:solidFill>
              </a:rPr>
              <a:t> </a:t>
            </a:r>
            <a:r>
              <a:rPr>
                <a:solidFill>
                  <a:srgbClr val="DCDCAA"/>
                </a:solidFill>
              </a:rPr>
              <a:t>createCounter</a:t>
            </a:r>
            <a:r>
              <a:rPr>
                <a:solidFill>
                  <a:schemeClr val="accent3"/>
                </a:solidFill>
              </a:rPr>
              <a:t>() {</a:t>
            </a:r>
            <a:endParaRPr>
              <a:solidFill>
                <a:schemeClr val="accent3"/>
              </a:solidFill>
            </a:endParaRPr>
          </a:p>
          <a:p>
            <a:pPr>
              <a:defRPr>
                <a:solidFill>
                  <a:srgbClr val="569CD6"/>
                </a:solidFill>
                <a:latin typeface="Consolas"/>
                <a:ea typeface="Consolas"/>
                <a:cs typeface="Consolas"/>
                <a:sym typeface="Consolas"/>
              </a:defRPr>
            </a:pPr>
            <a:r>
              <a:t>  const</a:t>
            </a:r>
            <a:r>
              <a:rPr>
                <a:solidFill>
                  <a:srgbClr val="9CDCFE"/>
                </a:solidFill>
              </a:rPr>
              <a:t> count </a:t>
            </a:r>
            <a:r>
              <a:rPr>
                <a:solidFill>
                  <a:srgbClr val="D4D4D4"/>
                </a:solidFill>
              </a:rPr>
              <a:t>= 0;</a:t>
            </a:r>
            <a:endParaRPr>
              <a:solidFill>
                <a:srgbClr val="D4D4D4"/>
              </a:solidFill>
            </a:endParaRPr>
          </a:p>
          <a:p>
            <a:pPr>
              <a:defRPr>
                <a:solidFill>
                  <a:srgbClr val="D4D4D4"/>
                </a:solidFill>
                <a:latin typeface="Consolas"/>
                <a:ea typeface="Consolas"/>
                <a:cs typeface="Consolas"/>
                <a:sym typeface="Consolas"/>
              </a:defRPr>
            </a:pPr>
            <a:r>
              <a:t> </a:t>
            </a:r>
            <a:r>
              <a:rPr>
                <a:solidFill>
                  <a:srgbClr val="C586C0"/>
                </a:solidFill>
              </a:rPr>
              <a:t> return</a:t>
            </a:r>
            <a:r>
              <a:rPr>
                <a:solidFill>
                  <a:srgbClr val="569CD6"/>
                </a:solidFill>
              </a:rPr>
              <a:t> function</a:t>
            </a:r>
            <a:r>
              <a:rPr>
                <a:solidFill>
                  <a:schemeClr val="accent3"/>
                </a:solidFill>
              </a:rPr>
              <a:t>() {</a:t>
            </a:r>
            <a:endParaRPr>
              <a:solidFill>
                <a:schemeClr val="accent3"/>
              </a:solidFill>
            </a:endParaRPr>
          </a:p>
          <a:p>
            <a:pPr>
              <a:defRPr>
                <a:solidFill>
                  <a:schemeClr val="accent3"/>
                </a:solidFill>
                <a:latin typeface="Consolas"/>
                <a:ea typeface="Consolas"/>
                <a:cs typeface="Consolas"/>
                <a:sym typeface="Consolas"/>
              </a:defRPr>
            </a:pPr>
            <a:r>
              <a:t>    </a:t>
            </a:r>
            <a:r>
              <a:rPr>
                <a:solidFill>
                  <a:srgbClr val="C586C0"/>
                </a:solidFill>
              </a:rPr>
              <a:t>return</a:t>
            </a:r>
            <a:r>
              <a:rPr>
                <a:solidFill>
                  <a:srgbClr val="569CD6"/>
                </a:solidFill>
              </a:rPr>
              <a:t> </a:t>
            </a:r>
            <a:r>
              <a:rPr>
                <a:solidFill>
                  <a:srgbClr val="9CDCFE"/>
                </a:solidFill>
              </a:rPr>
              <a:t>count</a:t>
            </a:r>
            <a:r>
              <a:rPr>
                <a:solidFill>
                  <a:srgbClr val="D4D4D4"/>
                </a:solidFill>
              </a:rPr>
              <a:t>++;</a:t>
            </a:r>
          </a:p>
          <a:p>
            <a:pPr>
              <a:defRPr>
                <a:solidFill>
                  <a:schemeClr val="accent3"/>
                </a:solidFill>
                <a:latin typeface="Consolas"/>
                <a:ea typeface="Consolas"/>
                <a:cs typeface="Consolas"/>
                <a:sym typeface="Consolas"/>
              </a:defRPr>
            </a:pPr>
            <a:r>
              <a:t>  }</a:t>
            </a:r>
            <a:r>
              <a:rPr>
                <a:solidFill>
                  <a:srgbClr val="D4D4D4"/>
                </a:solidFill>
              </a:rPr>
              <a:t>;</a:t>
            </a:r>
          </a:p>
          <a:p>
            <a:pPr>
              <a:defRPr>
                <a:solidFill>
                  <a:schemeClr val="accent3"/>
                </a:solidFill>
                <a:latin typeface="Consolas"/>
                <a:ea typeface="Consolas"/>
                <a:cs typeface="Consolas"/>
                <a:sym typeface="Consolas"/>
              </a:defRPr>
            </a:pPr>
            <a:r>
              <a:t>}</a:t>
            </a:r>
          </a:p>
          <a:p>
            <a:pPr>
              <a:defRPr>
                <a:solidFill>
                  <a:schemeClr val="accent3"/>
                </a:solidFill>
                <a:latin typeface="Consolas"/>
                <a:ea typeface="Consolas"/>
                <a:cs typeface="Consolas"/>
                <a:sym typeface="Consolas"/>
              </a:defRPr>
            </a:pPr>
          </a:p>
          <a:p>
            <a:pPr>
              <a:defRPr>
                <a:solidFill>
                  <a:srgbClr val="569CD6"/>
                </a:solidFill>
                <a:latin typeface="Consolas"/>
                <a:ea typeface="Consolas"/>
                <a:cs typeface="Consolas"/>
                <a:sym typeface="Consolas"/>
              </a:defRPr>
            </a:pPr>
            <a:r>
              <a:t>const </a:t>
            </a:r>
            <a:r>
              <a:rPr>
                <a:solidFill>
                  <a:srgbClr val="DCDCAA"/>
                </a:solidFill>
              </a:rPr>
              <a:t>counter </a:t>
            </a:r>
            <a:r>
              <a:rPr>
                <a:solidFill>
                  <a:srgbClr val="D4D4D4"/>
                </a:solidFill>
              </a:rPr>
              <a:t>= </a:t>
            </a:r>
            <a:r>
              <a:rPr>
                <a:solidFill>
                  <a:srgbClr val="DCDCAA"/>
                </a:solidFill>
              </a:rPr>
              <a:t>createCounter</a:t>
            </a:r>
            <a:r>
              <a:rPr>
                <a:solidFill>
                  <a:schemeClr val="accent3"/>
                </a:solidFill>
              </a:rPr>
              <a:t>()</a:t>
            </a:r>
            <a:r>
              <a:rPr>
                <a:solidFill>
                  <a:srgbClr val="D4D4D4"/>
                </a:solidFill>
              </a:rPr>
              <a:t>;</a:t>
            </a:r>
            <a:endParaRPr>
              <a:solidFill>
                <a:srgbClr val="D4D4D4"/>
              </a:solidFill>
            </a:endParaR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DCDCAA"/>
                </a:solidFill>
              </a:rPr>
              <a:t>counter</a:t>
            </a:r>
            <a:r>
              <a:rPr>
                <a:solidFill>
                  <a:schemeClr val="accent3"/>
                </a:solidFill>
              </a:rPr>
              <a:t>())</a:t>
            </a:r>
            <a:r>
              <a:rPr>
                <a:solidFill>
                  <a:srgbClr val="D4D4D4"/>
                </a:solidFill>
              </a:rPr>
              <a:t>; </a:t>
            </a:r>
            <a:r>
              <a:rPr>
                <a:solidFill>
                  <a:srgbClr val="6A9955"/>
                </a:solidFill>
              </a:rPr>
              <a:t>// 0</a:t>
            </a:r>
            <a:endParaRPr>
              <a:solidFill>
                <a:srgbClr val="6A9955"/>
              </a:solidFill>
            </a:endParaR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DCDCAA"/>
                </a:solidFill>
              </a:rPr>
              <a:t>counter</a:t>
            </a:r>
            <a:r>
              <a:rPr>
                <a:solidFill>
                  <a:schemeClr val="accent3"/>
                </a:solidFill>
              </a:rPr>
              <a:t>())</a:t>
            </a:r>
            <a:r>
              <a:rPr>
                <a:solidFill>
                  <a:srgbClr val="D4D4D4"/>
                </a:solidFill>
              </a:rPr>
              <a:t>; </a:t>
            </a:r>
            <a:r>
              <a:rPr>
                <a:solidFill>
                  <a:srgbClr val="6A9955"/>
                </a:solidFill>
              </a:rPr>
              <a:t>// 1</a:t>
            </a:r>
          </a:p>
        </p:txBody>
      </p:sp>
      <p:sp>
        <p:nvSpPr>
          <p:cNvPr id="870" name="TextBox 3"/>
          <p:cNvSpPr txBox="1"/>
          <p:nvPr/>
        </p:nvSpPr>
        <p:spPr>
          <a:xfrm>
            <a:off x="457201" y="1059873"/>
            <a:ext cx="5143501" cy="11179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Functions should be treated like any other data type: </a:t>
            </a:r>
          </a:p>
          <a:p>
            <a:pPr marL="285750" indent="-285750">
              <a:buSzPct val="100000"/>
              <a:buFont typeface="Arial"/>
              <a:buChar char="•"/>
            </a:pPr>
            <a:r>
              <a:t>Assigned to variables</a:t>
            </a:r>
          </a:p>
          <a:p>
            <a:pPr marL="285750" indent="-285750">
              <a:buSzPct val="100000"/>
              <a:buFont typeface="Arial"/>
              <a:buChar char="•"/>
            </a:pPr>
            <a:r>
              <a:t>Passed as arguments to other functions</a:t>
            </a:r>
          </a:p>
          <a:p>
            <a:pPr marL="285750" indent="-285750">
              <a:buSzPct val="100000"/>
              <a:buFont typeface="Arial"/>
              <a:buChar char="•"/>
            </a:pPr>
            <a:r>
              <a:t>Returned as values from other functions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2"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73" name="Text Placeholder 2"/>
          <p:cNvSpPr txBox="1"/>
          <p:nvPr>
            <p:ph type="body" sz="quarter" idx="1"/>
          </p:nvPr>
        </p:nvSpPr>
        <p:spPr>
          <a:xfrm>
            <a:off x="457200" y="231494"/>
            <a:ext cx="3611880" cy="225706"/>
          </a:xfrm>
          <a:prstGeom prst="rect">
            <a:avLst/>
          </a:prstGeom>
        </p:spPr>
        <p:txBody>
          <a:bodyPr/>
          <a:lstStyle/>
          <a:p>
            <a:pPr/>
            <a:r>
              <a:t>Functional programming</a:t>
            </a:r>
          </a:p>
        </p:txBody>
      </p:sp>
      <p:sp>
        <p:nvSpPr>
          <p:cNvPr id="874" name="Title 1"/>
          <p:cNvSpPr txBox="1"/>
          <p:nvPr>
            <p:ph type="title"/>
          </p:nvPr>
        </p:nvSpPr>
        <p:spPr>
          <a:prstGeom prst="rect">
            <a:avLst/>
          </a:prstGeom>
        </p:spPr>
        <p:txBody>
          <a:bodyPr/>
          <a:lstStyle/>
          <a:p>
            <a:pPr/>
            <a:r>
              <a:t>Higher-order functions</a:t>
            </a:r>
          </a:p>
        </p:txBody>
      </p:sp>
      <p:sp>
        <p:nvSpPr>
          <p:cNvPr id="875" name="TextBox 3"/>
          <p:cNvSpPr txBox="1"/>
          <p:nvPr/>
        </p:nvSpPr>
        <p:spPr>
          <a:xfrm>
            <a:off x="6341012" y="1015909"/>
            <a:ext cx="5667522" cy="5120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6A9955"/>
                </a:solidFill>
                <a:latin typeface="Consolas"/>
                <a:ea typeface="Consolas"/>
                <a:cs typeface="Consolas"/>
                <a:sym typeface="Consolas"/>
              </a:defRPr>
            </a:pPr>
            <a:r>
              <a:t>// A higher order function</a:t>
            </a:r>
          </a:p>
          <a:p>
            <a:pPr>
              <a:defRPr>
                <a:solidFill>
                  <a:srgbClr val="569CD6"/>
                </a:solidFill>
                <a:latin typeface="Consolas"/>
                <a:ea typeface="Consolas"/>
                <a:cs typeface="Consolas"/>
                <a:sym typeface="Consolas"/>
              </a:defRPr>
            </a:pPr>
            <a:r>
              <a:t>function</a:t>
            </a:r>
            <a:r>
              <a:rPr>
                <a:solidFill>
                  <a:srgbClr val="D4D4D4"/>
                </a:solidFill>
              </a:rPr>
              <a:t> </a:t>
            </a:r>
            <a:r>
              <a:rPr>
                <a:solidFill>
                  <a:srgbClr val="DCDCAA"/>
                </a:solidFill>
              </a:rPr>
              <a:t>operateOn</a:t>
            </a:r>
            <a:r>
              <a:rPr>
                <a:solidFill>
                  <a:schemeClr val="accent3"/>
                </a:solidFill>
              </a:rPr>
              <a:t>(</a:t>
            </a:r>
            <a:r>
              <a:rPr>
                <a:solidFill>
                  <a:srgbClr val="DCDCAA"/>
                </a:solidFill>
              </a:rPr>
              <a:t>operation</a:t>
            </a:r>
            <a:r>
              <a:rPr>
                <a:solidFill>
                  <a:srgbClr val="D4D4D4"/>
                </a:solidFill>
              </a:rPr>
              <a:t>,</a:t>
            </a:r>
            <a:r>
              <a:rPr>
                <a:solidFill>
                  <a:srgbClr val="9CDCFE"/>
                </a:solidFill>
              </a:rPr>
              <a:t> x</a:t>
            </a:r>
            <a:r>
              <a:rPr>
                <a:solidFill>
                  <a:srgbClr val="D4D4D4"/>
                </a:solidFill>
              </a:rPr>
              <a:t>,</a:t>
            </a:r>
            <a:r>
              <a:rPr>
                <a:solidFill>
                  <a:srgbClr val="9CDCFE"/>
                </a:solidFill>
              </a:rPr>
              <a:t> y</a:t>
            </a:r>
            <a:r>
              <a:rPr>
                <a:solidFill>
                  <a:schemeClr val="accent3"/>
                </a:solidFill>
              </a:rPr>
              <a:t>) {</a:t>
            </a:r>
            <a:endParaRPr>
              <a:solidFill>
                <a:schemeClr val="accent3"/>
              </a:solidFill>
            </a:endParaRPr>
          </a:p>
          <a:p>
            <a:pPr>
              <a:defRPr>
                <a:solidFill>
                  <a:srgbClr val="89608E"/>
                </a:solidFill>
                <a:latin typeface="Consolas"/>
                <a:ea typeface="Consolas"/>
                <a:cs typeface="Consolas"/>
                <a:sym typeface="Consolas"/>
              </a:defRPr>
            </a:pPr>
            <a:r>
              <a:t>  </a:t>
            </a:r>
            <a:r>
              <a:rPr>
                <a:solidFill>
                  <a:srgbClr val="C586C0"/>
                </a:solidFill>
              </a:rPr>
              <a:t>return</a:t>
            </a:r>
            <a:r>
              <a:rPr>
                <a:solidFill>
                  <a:srgbClr val="569CD6"/>
                </a:solidFill>
              </a:rPr>
              <a:t> </a:t>
            </a:r>
            <a:r>
              <a:rPr>
                <a:solidFill>
                  <a:srgbClr val="DCDCAA"/>
                </a:solidFill>
              </a:rPr>
              <a:t>operation</a:t>
            </a:r>
            <a:r>
              <a:rPr>
                <a:solidFill>
                  <a:schemeClr val="accent3"/>
                </a:solidFill>
              </a:rPr>
              <a:t>(</a:t>
            </a:r>
            <a:r>
              <a:rPr>
                <a:solidFill>
                  <a:srgbClr val="9CDCFE"/>
                </a:solidFill>
              </a:rPr>
              <a:t>x</a:t>
            </a:r>
            <a:r>
              <a:rPr>
                <a:solidFill>
                  <a:srgbClr val="D4D4D4"/>
                </a:solidFill>
              </a:rPr>
              <a:t>,</a:t>
            </a:r>
            <a:r>
              <a:rPr>
                <a:solidFill>
                  <a:srgbClr val="9CDCFE"/>
                </a:solidFill>
              </a:rPr>
              <a:t> y</a:t>
            </a:r>
            <a:r>
              <a:rPr>
                <a:solidFill>
                  <a:schemeClr val="accent3"/>
                </a:solidFill>
              </a:rPr>
              <a:t>)</a:t>
            </a:r>
            <a:r>
              <a:rPr>
                <a:solidFill>
                  <a:srgbClr val="D4D4D4"/>
                </a:solidFill>
              </a:rPr>
              <a:t>;</a:t>
            </a:r>
            <a:endParaRPr>
              <a:solidFill>
                <a:schemeClr val="accent3"/>
              </a:solidFill>
            </a:endParaRPr>
          </a:p>
          <a:p>
            <a:pPr>
              <a:defRPr>
                <a:solidFill>
                  <a:schemeClr val="accent3"/>
                </a:solidFill>
                <a:latin typeface="Consolas"/>
                <a:ea typeface="Consolas"/>
                <a:cs typeface="Consolas"/>
                <a:sym typeface="Consolas"/>
              </a:defRPr>
            </a:pPr>
            <a:r>
              <a:t>}</a:t>
            </a:r>
          </a:p>
          <a:p>
            <a:pPr>
              <a:defRPr>
                <a:solidFill>
                  <a:srgbClr val="569CD6"/>
                </a:solidFill>
                <a:latin typeface="Consolas"/>
                <a:ea typeface="Consolas"/>
                <a:cs typeface="Consolas"/>
                <a:sym typeface="Consolas"/>
              </a:defRPr>
            </a:pPr>
          </a:p>
          <a:p>
            <a:pPr>
              <a:defRPr>
                <a:solidFill>
                  <a:srgbClr val="6A9955"/>
                </a:solidFill>
                <a:latin typeface="Consolas"/>
                <a:ea typeface="Consolas"/>
                <a:cs typeface="Consolas"/>
                <a:sym typeface="Consolas"/>
              </a:defRPr>
            </a:pPr>
            <a:r>
              <a:t>// returns sum of two arguments</a:t>
            </a:r>
            <a:endParaRPr>
              <a:solidFill>
                <a:srgbClr val="569CD6"/>
              </a:solidFill>
            </a:endParaRPr>
          </a:p>
          <a:p>
            <a:pPr>
              <a:defRPr>
                <a:solidFill>
                  <a:srgbClr val="569CD6"/>
                </a:solidFill>
                <a:latin typeface="Consolas"/>
                <a:ea typeface="Consolas"/>
                <a:cs typeface="Consolas"/>
                <a:sym typeface="Consolas"/>
              </a:defRPr>
            </a:pPr>
            <a:r>
              <a:t>function</a:t>
            </a:r>
            <a:r>
              <a:rPr>
                <a:solidFill>
                  <a:srgbClr val="D4D4D4"/>
                </a:solidFill>
              </a:rPr>
              <a:t> </a:t>
            </a:r>
            <a:r>
              <a:rPr>
                <a:solidFill>
                  <a:srgbClr val="DCDCAA"/>
                </a:solidFill>
              </a:rPr>
              <a:t>add</a:t>
            </a:r>
            <a:r>
              <a:rPr>
                <a:solidFill>
                  <a:schemeClr val="accent3"/>
                </a:solidFill>
              </a:rPr>
              <a:t>(</a:t>
            </a:r>
            <a:r>
              <a:rPr>
                <a:solidFill>
                  <a:srgbClr val="9CDCFE"/>
                </a:solidFill>
              </a:rPr>
              <a:t>x</a:t>
            </a:r>
            <a:r>
              <a:rPr>
                <a:solidFill>
                  <a:srgbClr val="CCCCCC"/>
                </a:solidFill>
              </a:rPr>
              <a:t>, </a:t>
            </a:r>
            <a:r>
              <a:rPr>
                <a:solidFill>
                  <a:srgbClr val="9CDCFE"/>
                </a:solidFill>
              </a:rPr>
              <a:t>y</a:t>
            </a:r>
            <a:r>
              <a:rPr>
                <a:solidFill>
                  <a:schemeClr val="accent3"/>
                </a:solidFill>
              </a:rPr>
              <a:t>)</a:t>
            </a:r>
            <a:r>
              <a:rPr>
                <a:solidFill>
                  <a:srgbClr val="D4D4D4"/>
                </a:solidFill>
              </a:rPr>
              <a:t> </a:t>
            </a:r>
            <a:r>
              <a:rPr>
                <a:solidFill>
                  <a:schemeClr val="accent3"/>
                </a:solidFill>
              </a:rPr>
              <a:t>{</a:t>
            </a:r>
          </a:p>
          <a:p>
            <a:pPr>
              <a:defRPr>
                <a:solidFill>
                  <a:srgbClr val="569CD6"/>
                </a:solidFill>
                <a:latin typeface="Consolas"/>
                <a:ea typeface="Consolas"/>
                <a:cs typeface="Consolas"/>
                <a:sym typeface="Consolas"/>
              </a:defRPr>
            </a:pPr>
            <a:r>
              <a:t>  </a:t>
            </a:r>
            <a:r>
              <a:rPr>
                <a:solidFill>
                  <a:srgbClr val="C586C0"/>
                </a:solidFill>
              </a:rPr>
              <a:t>return</a:t>
            </a:r>
            <a:r>
              <a:t> </a:t>
            </a:r>
            <a:r>
              <a:rPr>
                <a:solidFill>
                  <a:srgbClr val="9CDCFE"/>
                </a:solidFill>
              </a:rPr>
              <a:t>x </a:t>
            </a:r>
            <a:r>
              <a:rPr>
                <a:solidFill>
                  <a:srgbClr val="D4D4D4"/>
                </a:solidFill>
              </a:rPr>
              <a:t>+</a:t>
            </a:r>
            <a:r>
              <a:rPr>
                <a:solidFill>
                  <a:srgbClr val="9CDCFE"/>
                </a:solidFill>
              </a:rPr>
              <a:t> y</a:t>
            </a:r>
            <a:r>
              <a:rPr>
                <a:solidFill>
                  <a:srgbClr val="D4D4D4"/>
                </a:solidFill>
              </a:rPr>
              <a:t>;</a:t>
            </a:r>
            <a:endParaRPr>
              <a:solidFill>
                <a:srgbClr val="D4D4D4"/>
              </a:solidFill>
            </a:endParaRPr>
          </a:p>
          <a:p>
            <a:pPr>
              <a:defRPr>
                <a:solidFill>
                  <a:schemeClr val="accent3"/>
                </a:solidFill>
                <a:latin typeface="Consolas"/>
                <a:ea typeface="Consolas"/>
                <a:cs typeface="Consolas"/>
                <a:sym typeface="Consolas"/>
              </a:defRPr>
            </a:pPr>
            <a:r>
              <a:t>}</a:t>
            </a:r>
          </a:p>
          <a:p>
            <a:pPr>
              <a:defRPr>
                <a:solidFill>
                  <a:schemeClr val="accent3"/>
                </a:solidFill>
                <a:latin typeface="Consolas"/>
                <a:ea typeface="Consolas"/>
                <a:cs typeface="Consolas"/>
                <a:sym typeface="Consolas"/>
              </a:defRPr>
            </a:pPr>
          </a:p>
          <a:p>
            <a:pPr>
              <a:defRPr>
                <a:solidFill>
                  <a:srgbClr val="6A9955"/>
                </a:solidFill>
                <a:latin typeface="Consolas"/>
                <a:ea typeface="Consolas"/>
                <a:cs typeface="Consolas"/>
                <a:sym typeface="Consolas"/>
              </a:defRPr>
            </a:pPr>
            <a:r>
              <a:t>// returns product of two arguments</a:t>
            </a:r>
            <a:endParaRPr>
              <a:solidFill>
                <a:srgbClr val="D4D4D4"/>
              </a:solidFill>
            </a:endParaRPr>
          </a:p>
          <a:p>
            <a:pPr>
              <a:defRPr>
                <a:solidFill>
                  <a:srgbClr val="569CD6"/>
                </a:solidFill>
                <a:latin typeface="Consolas"/>
                <a:ea typeface="Consolas"/>
                <a:cs typeface="Consolas"/>
                <a:sym typeface="Consolas"/>
              </a:defRPr>
            </a:pPr>
            <a:r>
              <a:t>function</a:t>
            </a:r>
            <a:r>
              <a:rPr>
                <a:solidFill>
                  <a:srgbClr val="D4D4D4"/>
                </a:solidFill>
              </a:rPr>
              <a:t> </a:t>
            </a:r>
            <a:r>
              <a:rPr>
                <a:solidFill>
                  <a:srgbClr val="DCDCAA"/>
                </a:solidFill>
              </a:rPr>
              <a:t>multiply</a:t>
            </a:r>
            <a:r>
              <a:rPr>
                <a:solidFill>
                  <a:schemeClr val="accent3"/>
                </a:solidFill>
              </a:rPr>
              <a:t>(</a:t>
            </a:r>
            <a:r>
              <a:rPr>
                <a:solidFill>
                  <a:srgbClr val="9CDCFE"/>
                </a:solidFill>
              </a:rPr>
              <a:t>x</a:t>
            </a:r>
            <a:r>
              <a:rPr>
                <a:solidFill>
                  <a:srgbClr val="CCCCCC"/>
                </a:solidFill>
              </a:rPr>
              <a:t>, </a:t>
            </a:r>
            <a:r>
              <a:rPr>
                <a:solidFill>
                  <a:srgbClr val="9CDCFE"/>
                </a:solidFill>
              </a:rPr>
              <a:t>y</a:t>
            </a:r>
            <a:r>
              <a:rPr>
                <a:solidFill>
                  <a:schemeClr val="accent3"/>
                </a:solidFill>
              </a:rPr>
              <a:t>)</a:t>
            </a:r>
            <a:r>
              <a:rPr>
                <a:solidFill>
                  <a:srgbClr val="D4D4D4"/>
                </a:solidFill>
              </a:rPr>
              <a:t> </a:t>
            </a:r>
            <a:r>
              <a:rPr>
                <a:solidFill>
                  <a:schemeClr val="accent3"/>
                </a:solidFill>
              </a:rPr>
              <a:t>{</a:t>
            </a:r>
          </a:p>
          <a:p>
            <a:pPr>
              <a:defRPr>
                <a:solidFill>
                  <a:srgbClr val="569CD6"/>
                </a:solidFill>
                <a:latin typeface="Consolas"/>
                <a:ea typeface="Consolas"/>
                <a:cs typeface="Consolas"/>
                <a:sym typeface="Consolas"/>
              </a:defRPr>
            </a:pPr>
            <a:r>
              <a:t>  </a:t>
            </a:r>
            <a:r>
              <a:rPr>
                <a:solidFill>
                  <a:srgbClr val="C586C0"/>
                </a:solidFill>
              </a:rPr>
              <a:t>return</a:t>
            </a:r>
            <a:r>
              <a:t> </a:t>
            </a:r>
            <a:r>
              <a:rPr>
                <a:solidFill>
                  <a:srgbClr val="9CDCFE"/>
                </a:solidFill>
              </a:rPr>
              <a:t>x </a:t>
            </a:r>
            <a:r>
              <a:rPr>
                <a:solidFill>
                  <a:srgbClr val="D4D4D4"/>
                </a:solidFill>
              </a:rPr>
              <a:t>*</a:t>
            </a:r>
            <a:r>
              <a:rPr>
                <a:solidFill>
                  <a:srgbClr val="9CDCFE"/>
                </a:solidFill>
              </a:rPr>
              <a:t> y</a:t>
            </a:r>
            <a:r>
              <a:rPr>
                <a:solidFill>
                  <a:srgbClr val="D4D4D4"/>
                </a:solidFill>
              </a:rPr>
              <a:t>;</a:t>
            </a:r>
            <a:endParaRPr>
              <a:solidFill>
                <a:srgbClr val="D4D4D4"/>
              </a:solidFill>
            </a:endParaRPr>
          </a:p>
          <a:p>
            <a:pPr>
              <a:defRPr>
                <a:solidFill>
                  <a:schemeClr val="accent3"/>
                </a:solidFill>
                <a:latin typeface="Consolas"/>
                <a:ea typeface="Consolas"/>
                <a:cs typeface="Consolas"/>
                <a:sym typeface="Consolas"/>
              </a:defRPr>
            </a:pPr>
            <a:r>
              <a:t>}</a:t>
            </a:r>
            <a:endParaRPr>
              <a:solidFill>
                <a:srgbClr val="6A9955"/>
              </a:solidFill>
            </a:endParaRPr>
          </a:p>
          <a:p>
            <a:pPr>
              <a:defRPr>
                <a:solidFill>
                  <a:srgbClr val="6A9955"/>
                </a:solidFill>
                <a:latin typeface="Consolas"/>
                <a:ea typeface="Consolas"/>
                <a:cs typeface="Consolas"/>
                <a:sym typeface="Consolas"/>
              </a:defRPr>
            </a:p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DCDCAA"/>
                </a:solidFill>
              </a:rPr>
              <a:t>operateOn</a:t>
            </a:r>
            <a:r>
              <a:rPr>
                <a:solidFill>
                  <a:schemeClr val="accent3"/>
                </a:solidFill>
              </a:rPr>
              <a:t>(</a:t>
            </a:r>
            <a:r>
              <a:rPr>
                <a:solidFill>
                  <a:srgbClr val="DCDCAA"/>
                </a:solidFill>
              </a:rPr>
              <a:t>add</a:t>
            </a:r>
            <a:r>
              <a:rPr>
                <a:solidFill>
                  <a:srgbClr val="CCCCCC"/>
                </a:solidFill>
              </a:rPr>
              <a:t>,</a:t>
            </a:r>
            <a:r>
              <a:rPr>
                <a:solidFill>
                  <a:srgbClr val="D4D4D4"/>
                </a:solidFill>
              </a:rPr>
              <a:t> 2, 3</a:t>
            </a:r>
            <a:r>
              <a:rPr>
                <a:solidFill>
                  <a:schemeClr val="accent3"/>
                </a:solidFill>
              </a:rPr>
              <a:t>))</a:t>
            </a:r>
            <a:r>
              <a:rPr>
                <a:solidFill>
                  <a:srgbClr val="D4D4D4"/>
                </a:solidFill>
              </a:rPr>
              <a:t>; </a:t>
            </a:r>
            <a:r>
              <a:rPr>
                <a:solidFill>
                  <a:srgbClr val="6A9955"/>
                </a:solidFill>
              </a:rPr>
              <a:t>// 5</a:t>
            </a:r>
            <a:endParaRPr>
              <a:solidFill>
                <a:srgbClr val="6A9955"/>
              </a:solidFill>
            </a:endParaR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DCDCAA"/>
                </a:solidFill>
              </a:rPr>
              <a:t>operateOn</a:t>
            </a:r>
            <a:r>
              <a:rPr>
                <a:solidFill>
                  <a:schemeClr val="accent3"/>
                </a:solidFill>
              </a:rPr>
              <a:t>(</a:t>
            </a:r>
            <a:r>
              <a:rPr>
                <a:solidFill>
                  <a:srgbClr val="DCDCAA"/>
                </a:solidFill>
              </a:rPr>
              <a:t>multiply</a:t>
            </a:r>
            <a:r>
              <a:rPr>
                <a:solidFill>
                  <a:srgbClr val="CCCCCC"/>
                </a:solidFill>
              </a:rPr>
              <a:t>,</a:t>
            </a:r>
            <a:r>
              <a:rPr>
                <a:solidFill>
                  <a:srgbClr val="D4D4D4"/>
                </a:solidFill>
              </a:rPr>
              <a:t> 2, 3</a:t>
            </a:r>
            <a:r>
              <a:rPr>
                <a:solidFill>
                  <a:schemeClr val="accent3"/>
                </a:solidFill>
              </a:rPr>
              <a:t>))</a:t>
            </a:r>
            <a:r>
              <a:rPr>
                <a:solidFill>
                  <a:srgbClr val="D4D4D4"/>
                </a:solidFill>
              </a:rPr>
              <a:t>; </a:t>
            </a:r>
            <a:r>
              <a:rPr>
                <a:solidFill>
                  <a:srgbClr val="6A9955"/>
                </a:solidFill>
              </a:rPr>
              <a:t>// 6</a:t>
            </a:r>
          </a:p>
        </p:txBody>
      </p:sp>
      <p:sp>
        <p:nvSpPr>
          <p:cNvPr id="876" name="TextBox 3"/>
          <p:cNvSpPr txBox="1"/>
          <p:nvPr/>
        </p:nvSpPr>
        <p:spPr>
          <a:xfrm>
            <a:off x="457201" y="1059873"/>
            <a:ext cx="5143501" cy="1410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In function programming functions can be used as arguments to other functions or returned as the result of a function.</a:t>
            </a:r>
          </a:p>
          <a:p>
            <a:pPr/>
            <a:r>
              <a:t>This allows for powerful abstractions, such as </a:t>
            </a:r>
            <a:r>
              <a:rPr b="1"/>
              <a:t>functional composition</a:t>
            </a:r>
            <a:r>
              <a:t> and </a:t>
            </a:r>
            <a:r>
              <a:rPr b="1"/>
              <a:t>currying</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8"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79" name="Text Placeholder 1"/>
          <p:cNvSpPr txBox="1"/>
          <p:nvPr>
            <p:ph type="body" sz="quarter" idx="1"/>
          </p:nvPr>
        </p:nvSpPr>
        <p:spPr>
          <a:xfrm>
            <a:off x="457200" y="231494"/>
            <a:ext cx="3611880" cy="225706"/>
          </a:xfrm>
          <a:prstGeom prst="rect">
            <a:avLst/>
          </a:prstGeom>
        </p:spPr>
        <p:txBody>
          <a:bodyPr/>
          <a:lstStyle/>
          <a:p>
            <a:pPr/>
            <a:r>
              <a:t>Functional programming</a:t>
            </a:r>
          </a:p>
        </p:txBody>
      </p:sp>
      <p:sp>
        <p:nvSpPr>
          <p:cNvPr id="880" name="Title 2"/>
          <p:cNvSpPr txBox="1"/>
          <p:nvPr>
            <p:ph type="title"/>
          </p:nvPr>
        </p:nvSpPr>
        <p:spPr>
          <a:prstGeom prst="rect">
            <a:avLst/>
          </a:prstGeom>
        </p:spPr>
        <p:txBody>
          <a:bodyPr/>
          <a:lstStyle/>
          <a:p>
            <a:pPr/>
            <a:r>
              <a:t>Lazy evaluation</a:t>
            </a:r>
          </a:p>
        </p:txBody>
      </p:sp>
      <p:sp>
        <p:nvSpPr>
          <p:cNvPr id="881" name="TextBox 3"/>
          <p:cNvSpPr txBox="1"/>
          <p:nvPr/>
        </p:nvSpPr>
        <p:spPr>
          <a:xfrm>
            <a:off x="457201" y="1059873"/>
            <a:ext cx="5143501" cy="14100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In function programming the evaluation of an expression is delayed until its value is needed, this is known as lazy evaluation.</a:t>
            </a:r>
          </a:p>
          <a:p>
            <a:pPr/>
            <a:r>
              <a:t>This can be useful to improve performance and save memory usage.</a:t>
            </a:r>
          </a:p>
        </p:txBody>
      </p:sp>
      <p:sp>
        <p:nvSpPr>
          <p:cNvPr id="882" name="TextBox 4"/>
          <p:cNvSpPr txBox="1"/>
          <p:nvPr/>
        </p:nvSpPr>
        <p:spPr>
          <a:xfrm>
            <a:off x="6341012" y="1015909"/>
            <a:ext cx="5667522" cy="3723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6A9955"/>
                </a:solidFill>
                <a:latin typeface="Consolas"/>
                <a:ea typeface="Consolas"/>
                <a:cs typeface="Consolas"/>
                <a:sym typeface="Consolas"/>
              </a:defRPr>
            </a:pPr>
            <a:r>
              <a:t>// A generator function – infinite sequence</a:t>
            </a:r>
          </a:p>
          <a:p>
            <a:pPr>
              <a:defRPr>
                <a:solidFill>
                  <a:srgbClr val="569CD6"/>
                </a:solidFill>
                <a:latin typeface="Consolas"/>
                <a:ea typeface="Consolas"/>
                <a:cs typeface="Consolas"/>
                <a:sym typeface="Consolas"/>
              </a:defRPr>
            </a:pPr>
            <a:r>
              <a:t>function*</a:t>
            </a:r>
            <a:r>
              <a:rPr>
                <a:solidFill>
                  <a:srgbClr val="D4D4D4"/>
                </a:solidFill>
              </a:rPr>
              <a:t> </a:t>
            </a:r>
            <a:r>
              <a:rPr>
                <a:solidFill>
                  <a:srgbClr val="DCDCAA"/>
                </a:solidFill>
              </a:rPr>
              <a:t>naturalNumbers</a:t>
            </a:r>
            <a:r>
              <a:rPr>
                <a:solidFill>
                  <a:schemeClr val="accent3"/>
                </a:solidFill>
              </a:rPr>
              <a:t>() {</a:t>
            </a:r>
            <a:endParaRPr>
              <a:solidFill>
                <a:schemeClr val="accent3"/>
              </a:solidFill>
            </a:endParaRPr>
          </a:p>
          <a:p>
            <a:pPr>
              <a:defRPr>
                <a:solidFill>
                  <a:srgbClr val="569CD6"/>
                </a:solidFill>
                <a:latin typeface="Consolas"/>
                <a:ea typeface="Consolas"/>
                <a:cs typeface="Consolas"/>
                <a:sym typeface="Consolas"/>
              </a:defRPr>
            </a:pPr>
            <a:r>
              <a:t>  let</a:t>
            </a:r>
            <a:r>
              <a:rPr>
                <a:solidFill>
                  <a:srgbClr val="9CDCFE"/>
                </a:solidFill>
              </a:rPr>
              <a:t> n </a:t>
            </a:r>
            <a:r>
              <a:rPr>
                <a:solidFill>
                  <a:srgbClr val="D4D4D4"/>
                </a:solidFill>
              </a:rPr>
              <a:t>= 1;</a:t>
            </a:r>
            <a:endParaRPr>
              <a:solidFill>
                <a:schemeClr val="accent3"/>
              </a:solidFill>
            </a:endParaRPr>
          </a:p>
          <a:p>
            <a:pPr>
              <a:defRPr>
                <a:solidFill>
                  <a:srgbClr val="89608E"/>
                </a:solidFill>
                <a:latin typeface="Consolas"/>
                <a:ea typeface="Consolas"/>
                <a:cs typeface="Consolas"/>
                <a:sym typeface="Consolas"/>
              </a:defRPr>
            </a:pPr>
            <a:r>
              <a:t>  </a:t>
            </a:r>
            <a:r>
              <a:rPr>
                <a:solidFill>
                  <a:srgbClr val="C586C0"/>
                </a:solidFill>
              </a:rPr>
              <a:t>while (</a:t>
            </a:r>
            <a:r>
              <a:rPr>
                <a:solidFill>
                  <a:srgbClr val="569CD6"/>
                </a:solidFill>
              </a:rPr>
              <a:t>true</a:t>
            </a:r>
            <a:r>
              <a:rPr>
                <a:solidFill>
                  <a:srgbClr val="C586C0"/>
                </a:solidFill>
              </a:rPr>
              <a:t>)</a:t>
            </a:r>
            <a:r>
              <a:rPr>
                <a:solidFill>
                  <a:srgbClr val="D4D4D4"/>
                </a:solidFill>
              </a:rPr>
              <a:t> </a:t>
            </a:r>
            <a:r>
              <a:rPr>
                <a:solidFill>
                  <a:srgbClr val="C586C0"/>
                </a:solidFill>
              </a:rPr>
              <a:t>{</a:t>
            </a:r>
            <a:endParaRPr>
              <a:solidFill>
                <a:srgbClr val="C586C0"/>
              </a:solidFill>
            </a:endParaRPr>
          </a:p>
          <a:p>
            <a:pPr>
              <a:defRPr>
                <a:solidFill>
                  <a:srgbClr val="C586C0"/>
                </a:solidFill>
                <a:latin typeface="Consolas"/>
                <a:ea typeface="Consolas"/>
                <a:cs typeface="Consolas"/>
                <a:sym typeface="Consolas"/>
              </a:defRPr>
            </a:pPr>
            <a:r>
              <a:t>    yield </a:t>
            </a:r>
            <a:r>
              <a:rPr>
                <a:solidFill>
                  <a:srgbClr val="9CDCFE"/>
                </a:solidFill>
              </a:rPr>
              <a:t>n</a:t>
            </a:r>
            <a:r>
              <a:rPr>
                <a:solidFill>
                  <a:srgbClr val="D4D4D4"/>
                </a:solidFill>
              </a:rPr>
              <a:t>++;</a:t>
            </a:r>
          </a:p>
          <a:p>
            <a:pPr>
              <a:defRPr>
                <a:solidFill>
                  <a:srgbClr val="C586C0"/>
                </a:solidFill>
                <a:latin typeface="Consolas"/>
                <a:ea typeface="Consolas"/>
                <a:cs typeface="Consolas"/>
                <a:sym typeface="Consolas"/>
              </a:defRPr>
            </a:pPr>
            <a:r>
              <a:t>  }</a:t>
            </a:r>
            <a:endParaRPr>
              <a:solidFill>
                <a:schemeClr val="accent3"/>
              </a:solidFill>
            </a:endParaRPr>
          </a:p>
          <a:p>
            <a:pPr>
              <a:defRPr>
                <a:solidFill>
                  <a:schemeClr val="accent3"/>
                </a:solidFill>
                <a:latin typeface="Consolas"/>
                <a:ea typeface="Consolas"/>
                <a:cs typeface="Consolas"/>
                <a:sym typeface="Consolas"/>
              </a:defRPr>
            </a:pPr>
            <a:r>
              <a:t>}</a:t>
            </a:r>
          </a:p>
          <a:p>
            <a:pPr>
              <a:defRPr>
                <a:solidFill>
                  <a:schemeClr val="accent3"/>
                </a:solidFill>
                <a:latin typeface="Consolas"/>
                <a:ea typeface="Consolas"/>
                <a:cs typeface="Consolas"/>
                <a:sym typeface="Consolas"/>
              </a:defRPr>
            </a:pPr>
          </a:p>
          <a:p>
            <a:pPr>
              <a:defRPr>
                <a:solidFill>
                  <a:srgbClr val="569CD6"/>
                </a:solidFill>
                <a:latin typeface="Consolas"/>
                <a:ea typeface="Consolas"/>
                <a:cs typeface="Consolas"/>
                <a:sym typeface="Consolas"/>
              </a:defRPr>
            </a:pPr>
            <a:r>
              <a:t>const</a:t>
            </a:r>
            <a:r>
              <a:rPr>
                <a:solidFill>
                  <a:srgbClr val="9CDCFE"/>
                </a:solidFill>
              </a:rPr>
              <a:t> numbers </a:t>
            </a:r>
            <a:r>
              <a:rPr>
                <a:solidFill>
                  <a:srgbClr val="D4D4D4"/>
                </a:solidFill>
              </a:rPr>
              <a:t>= </a:t>
            </a:r>
            <a:r>
              <a:rPr>
                <a:solidFill>
                  <a:srgbClr val="DCDCAA"/>
                </a:solidFill>
              </a:rPr>
              <a:t>naturalNumbers</a:t>
            </a:r>
            <a:r>
              <a:rPr>
                <a:solidFill>
                  <a:schemeClr val="accent3"/>
                </a:solidFill>
              </a:rPr>
              <a:t>()</a:t>
            </a:r>
            <a:r>
              <a:rPr>
                <a:solidFill>
                  <a:srgbClr val="D4D4D4"/>
                </a:solidFill>
              </a:rPr>
              <a:t>;</a:t>
            </a:r>
            <a:endParaRPr>
              <a:solidFill>
                <a:srgbClr val="6A9955"/>
              </a:solidFill>
            </a:endParaR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t>numbers.</a:t>
            </a:r>
            <a:r>
              <a:rPr>
                <a:solidFill>
                  <a:srgbClr val="DCDCAA"/>
                </a:solidFill>
              </a:rPr>
              <a:t>next</a:t>
            </a:r>
            <a:r>
              <a:rPr>
                <a:solidFill>
                  <a:srgbClr val="C586C0"/>
                </a:solidFill>
              </a:rPr>
              <a:t>()</a:t>
            </a:r>
            <a:r>
              <a:t>.value</a:t>
            </a:r>
            <a:r>
              <a:rPr>
                <a:solidFill>
                  <a:schemeClr val="accent3"/>
                </a:solidFill>
              </a:rPr>
              <a:t>)</a:t>
            </a:r>
            <a:r>
              <a:rPr>
                <a:solidFill>
                  <a:srgbClr val="D4D4D4"/>
                </a:solidFill>
              </a:rPr>
              <a:t>; </a:t>
            </a:r>
            <a:r>
              <a:rPr>
                <a:solidFill>
                  <a:srgbClr val="6A9955"/>
                </a:solidFill>
              </a:rPr>
              <a:t>// 1</a:t>
            </a:r>
            <a:endParaRPr>
              <a:solidFill>
                <a:srgbClr val="6A9955"/>
              </a:solidFill>
            </a:endParaR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t>numbers.</a:t>
            </a:r>
            <a:r>
              <a:rPr>
                <a:solidFill>
                  <a:srgbClr val="DCDCAA"/>
                </a:solidFill>
              </a:rPr>
              <a:t>next</a:t>
            </a:r>
            <a:r>
              <a:rPr>
                <a:solidFill>
                  <a:srgbClr val="C586C0"/>
                </a:solidFill>
              </a:rPr>
              <a:t>()</a:t>
            </a:r>
            <a:r>
              <a:t>.value</a:t>
            </a:r>
            <a:r>
              <a:rPr>
                <a:solidFill>
                  <a:schemeClr val="accent3"/>
                </a:solidFill>
              </a:rPr>
              <a:t>)</a:t>
            </a:r>
            <a:r>
              <a:rPr>
                <a:solidFill>
                  <a:srgbClr val="D4D4D4"/>
                </a:solidFill>
              </a:rPr>
              <a:t>; </a:t>
            </a:r>
            <a:r>
              <a:rPr>
                <a:solidFill>
                  <a:srgbClr val="6A9955"/>
                </a:solidFill>
              </a:rPr>
              <a:t>// 2</a:t>
            </a:r>
            <a:endParaRPr>
              <a:solidFill>
                <a:srgbClr val="6A9955"/>
              </a:solidFill>
            </a:endParaR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t>numbers.</a:t>
            </a:r>
            <a:r>
              <a:rPr>
                <a:solidFill>
                  <a:srgbClr val="DCDCAA"/>
                </a:solidFill>
              </a:rPr>
              <a:t>next</a:t>
            </a:r>
            <a:r>
              <a:rPr>
                <a:solidFill>
                  <a:srgbClr val="C586C0"/>
                </a:solidFill>
              </a:rPr>
              <a:t>()</a:t>
            </a:r>
            <a:r>
              <a:t>.value</a:t>
            </a:r>
            <a:r>
              <a:rPr>
                <a:solidFill>
                  <a:schemeClr val="accent3"/>
                </a:solidFill>
              </a:rPr>
              <a:t>)</a:t>
            </a:r>
            <a:r>
              <a:rPr>
                <a:solidFill>
                  <a:srgbClr val="D4D4D4"/>
                </a:solidFill>
              </a:rPr>
              <a:t>; </a:t>
            </a:r>
            <a:r>
              <a:rPr>
                <a:solidFill>
                  <a:srgbClr val="6A9955"/>
                </a:solidFill>
              </a:rPr>
              <a:t>// 3</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4"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85" name="Title 3"/>
          <p:cNvSpPr txBox="1"/>
          <p:nvPr>
            <p:ph type="title"/>
          </p:nvPr>
        </p:nvSpPr>
        <p:spPr>
          <a:xfrm>
            <a:off x="457200" y="2292310"/>
            <a:ext cx="7450140" cy="923331"/>
          </a:xfrm>
          <a:prstGeom prst="rect">
            <a:avLst/>
          </a:prstGeom>
        </p:spPr>
        <p:txBody>
          <a:bodyPr/>
          <a:lstStyle/>
          <a:p>
            <a:pPr/>
            <a:r>
              <a:t>Arrays</a:t>
            </a:r>
          </a:p>
        </p:txBody>
      </p:sp>
      <p:sp>
        <p:nvSpPr>
          <p:cNvPr id="886" name="Text Placeholder 4"/>
          <p:cNvSpPr txBox="1"/>
          <p:nvPr>
            <p:ph type="body" sz="half" idx="1"/>
          </p:nvPr>
        </p:nvSpPr>
        <p:spPr>
          <a:prstGeom prst="rect">
            <a:avLst/>
          </a:prstGeom>
        </p:spPr>
        <p:txBody>
          <a:bodyPr/>
          <a:lstStyle/>
          <a:p>
            <a:pPr/>
            <a:r>
              <a:t>How to handle arrays in JavaScript?</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8"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89" name="Text Placeholder 1"/>
          <p:cNvSpPr txBox="1"/>
          <p:nvPr>
            <p:ph type="body" sz="quarter" idx="1"/>
          </p:nvPr>
        </p:nvSpPr>
        <p:spPr>
          <a:xfrm>
            <a:off x="457200" y="231494"/>
            <a:ext cx="3611880" cy="225706"/>
          </a:xfrm>
          <a:prstGeom prst="rect">
            <a:avLst/>
          </a:prstGeom>
        </p:spPr>
        <p:txBody>
          <a:bodyPr/>
          <a:lstStyle/>
          <a:p>
            <a:pPr/>
            <a:r>
              <a:t>Arrays</a:t>
            </a:r>
          </a:p>
        </p:txBody>
      </p:sp>
      <p:sp>
        <p:nvSpPr>
          <p:cNvPr id="890" name="Title 2"/>
          <p:cNvSpPr txBox="1"/>
          <p:nvPr>
            <p:ph type="title"/>
          </p:nvPr>
        </p:nvSpPr>
        <p:spPr>
          <a:prstGeom prst="rect">
            <a:avLst/>
          </a:prstGeom>
        </p:spPr>
        <p:txBody>
          <a:bodyPr/>
          <a:lstStyle/>
          <a:p>
            <a:pPr/>
            <a:r>
              <a:t>New winds</a:t>
            </a:r>
          </a:p>
        </p:txBody>
      </p:sp>
      <p:sp>
        <p:nvSpPr>
          <p:cNvPr id="891" name="TextBox 3"/>
          <p:cNvSpPr txBox="1"/>
          <p:nvPr/>
        </p:nvSpPr>
        <p:spPr>
          <a:xfrm>
            <a:off x="457201" y="1059873"/>
            <a:ext cx="5423078" cy="34547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r>
              <a:t>Using built-in methods instead of traditional cycles</a:t>
            </a:r>
          </a:p>
          <a:p>
            <a:pPr/>
          </a:p>
          <a:p>
            <a:pPr>
              <a:defRPr b="1"/>
            </a:pPr>
            <a:r>
              <a:t>Benefits:</a:t>
            </a:r>
          </a:p>
          <a:p>
            <a:pPr marL="285750" indent="-285750">
              <a:buSzPct val="100000"/>
              <a:buFont typeface="Arial"/>
              <a:buChar char="•"/>
            </a:pPr>
            <a:r>
              <a:t>Compatible with functional paradigm</a:t>
            </a:r>
          </a:p>
          <a:p>
            <a:pPr marL="285750" indent="-285750">
              <a:buSzPct val="100000"/>
              <a:buFont typeface="Arial"/>
              <a:buChar char="•"/>
            </a:pPr>
            <a:r>
              <a:t>Keeps the original array without any modifications</a:t>
            </a:r>
          </a:p>
          <a:p>
            <a:pPr marL="285750" indent="-285750">
              <a:buSzPct val="100000"/>
              <a:buFont typeface="Arial"/>
              <a:buChar char="•"/>
            </a:pPr>
            <a:r>
              <a:t>Easy to understand what the goal is</a:t>
            </a:r>
          </a:p>
          <a:p>
            <a:pPr marL="285750" indent="-285750">
              <a:buSzPct val="100000"/>
              <a:buFont typeface="Arial"/>
              <a:buChar char="•"/>
            </a:pPr>
            <a:r>
              <a:t>More concise and readable code</a:t>
            </a:r>
          </a:p>
          <a:p>
            <a:pPr marL="285750" indent="-285750">
              <a:buSzPct val="100000"/>
              <a:buFont typeface="Arial"/>
              <a:buChar char="•"/>
            </a:pPr>
            <a:r>
              <a:t>Usually faster than traditional loops</a:t>
            </a:r>
          </a:p>
          <a:p>
            <a:pPr marL="285750" indent="-285750">
              <a:buSzPct val="100000"/>
              <a:buFont typeface="Arial"/>
              <a:buChar char="•"/>
            </a:pPr>
            <a:r>
              <a:t>Similar syntax and approach</a:t>
            </a:r>
          </a:p>
          <a:p>
            <a:pPr marL="285750" indent="-285750">
              <a:buSzPct val="100000"/>
              <a:buFont typeface="Arial"/>
              <a:buChar char="•"/>
            </a:pPr>
          </a:p>
          <a:p>
            <a:pPr>
              <a:defRPr b="1"/>
            </a:pPr>
            <a:r>
              <a:t>Drawbacks:</a:t>
            </a:r>
          </a:p>
          <a:p>
            <a:pPr marL="285750" indent="-285750">
              <a:buSzPct val="100000"/>
              <a:buFont typeface="Arial"/>
              <a:buChar char="•"/>
            </a:pPr>
            <a:r>
              <a:t>None – once tried and never put it aside</a:t>
            </a:r>
          </a:p>
        </p:txBody>
      </p:sp>
      <p:sp>
        <p:nvSpPr>
          <p:cNvPr id="892" name="TextBox 4"/>
          <p:cNvSpPr txBox="1"/>
          <p:nvPr/>
        </p:nvSpPr>
        <p:spPr>
          <a:xfrm>
            <a:off x="6357442" y="1068576"/>
            <a:ext cx="5561214" cy="38382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FFFFFF"/>
                </a:solidFill>
              </a:defRPr>
            </a:pPr>
            <a:r>
              <a:t>List of commonly used methods</a:t>
            </a:r>
          </a:p>
          <a:p>
            <a:pPr>
              <a:defRPr>
                <a:solidFill>
                  <a:srgbClr val="FFFFFF"/>
                </a:solidFill>
              </a:defRPr>
            </a:pPr>
          </a:p>
          <a:p>
            <a:pPr marL="285750" indent="-285750">
              <a:buSzPct val="100000"/>
              <a:buFont typeface="Arial"/>
              <a:buChar char="•"/>
              <a:defRPr>
                <a:solidFill>
                  <a:srgbClr val="FFFFFF"/>
                </a:solidFill>
              </a:defRPr>
            </a:pPr>
            <a:r>
              <a:rPr u="sng">
                <a:solidFill>
                  <a:schemeClr val="accent2"/>
                </a:solidFill>
                <a:uFill>
                  <a:solidFill>
                    <a:schemeClr val="accent2"/>
                  </a:solidFill>
                </a:uFill>
                <a:hlinkClick r:id="rId2" invalidUrl="" action="" tgtFrame="" tooltip="" history="1" highlightClick="0" endSnd="0"/>
              </a:rPr>
              <a:t>forEach</a:t>
            </a:r>
            <a:r>
              <a:t> – simple traversing</a:t>
            </a:r>
          </a:p>
          <a:p>
            <a:pPr marL="285750" indent="-285750">
              <a:buSzPct val="100000"/>
              <a:buFont typeface="Arial"/>
              <a:buChar char="•"/>
              <a:defRPr>
                <a:solidFill>
                  <a:srgbClr val="FFFFFF"/>
                </a:solidFill>
              </a:defRPr>
            </a:pPr>
            <a:r>
              <a:rPr u="sng">
                <a:solidFill>
                  <a:schemeClr val="accent2"/>
                </a:solidFill>
                <a:uFill>
                  <a:solidFill>
                    <a:schemeClr val="accent2"/>
                  </a:solidFill>
                </a:uFill>
                <a:hlinkClick r:id="rId3" invalidUrl="" action="" tgtFrame="" tooltip="" history="1" highlightClick="0" endSnd="0"/>
              </a:rPr>
              <a:t>map</a:t>
            </a:r>
            <a:r>
              <a:t> – transform</a:t>
            </a:r>
          </a:p>
          <a:p>
            <a:pPr marL="285750" indent="-285750">
              <a:buSzPct val="100000"/>
              <a:buFont typeface="Arial"/>
              <a:buChar char="•"/>
              <a:defRPr>
                <a:solidFill>
                  <a:srgbClr val="FFFFFF"/>
                </a:solidFill>
              </a:defRPr>
            </a:pPr>
            <a:r>
              <a:rPr u="sng">
                <a:solidFill>
                  <a:schemeClr val="accent2"/>
                </a:solidFill>
                <a:uFill>
                  <a:solidFill>
                    <a:schemeClr val="accent2"/>
                  </a:solidFill>
                </a:uFill>
                <a:hlinkClick r:id="rId4" invalidUrl="" action="" tgtFrame="" tooltip="" history="1" highlightClick="0" endSnd="0"/>
              </a:rPr>
              <a:t>filter</a:t>
            </a:r>
            <a:r>
              <a:t> – remove elements</a:t>
            </a:r>
          </a:p>
          <a:p>
            <a:pPr marL="285750" indent="-285750">
              <a:buSzPct val="100000"/>
              <a:buFont typeface="Arial"/>
              <a:buChar char="•"/>
              <a:defRPr>
                <a:solidFill>
                  <a:srgbClr val="FFFFFF"/>
                </a:solidFill>
              </a:defRPr>
            </a:pPr>
            <a:r>
              <a:rPr u="sng">
                <a:solidFill>
                  <a:schemeClr val="accent2"/>
                </a:solidFill>
                <a:uFill>
                  <a:solidFill>
                    <a:schemeClr val="accent2"/>
                  </a:solidFill>
                </a:uFill>
                <a:hlinkClick r:id="rId5" invalidUrl="" action="" tgtFrame="" tooltip="" history="1" highlightClick="0" endSnd="0"/>
              </a:rPr>
              <a:t>reduce</a:t>
            </a:r>
            <a:r>
              <a:t> - accumulate</a:t>
            </a:r>
          </a:p>
          <a:p>
            <a:pPr marL="285750" indent="-285750">
              <a:buSzPct val="100000"/>
              <a:buFont typeface="Arial"/>
              <a:buChar char="•"/>
              <a:defRPr>
                <a:solidFill>
                  <a:srgbClr val="FFFFFF"/>
                </a:solidFill>
              </a:defRPr>
            </a:pPr>
          </a:p>
          <a:p>
            <a:pPr>
              <a:defRPr>
                <a:solidFill>
                  <a:srgbClr val="FFFFFF"/>
                </a:solidFill>
              </a:defRPr>
            </a:pPr>
            <a:r>
              <a:t>Other goodies:</a:t>
            </a:r>
          </a:p>
          <a:p>
            <a:pPr marL="285750" indent="-285750">
              <a:buSzPct val="100000"/>
              <a:buFont typeface="Arial"/>
              <a:buChar char="•"/>
              <a:defRPr>
                <a:solidFill>
                  <a:srgbClr val="FFFFFF"/>
                </a:solidFill>
              </a:defRPr>
            </a:pPr>
            <a:r>
              <a:rPr u="sng">
                <a:solidFill>
                  <a:schemeClr val="accent2"/>
                </a:solidFill>
                <a:uFill>
                  <a:solidFill>
                    <a:schemeClr val="accent2"/>
                  </a:solidFill>
                </a:uFill>
                <a:hlinkClick r:id="rId6" invalidUrl="" action="" tgtFrame="" tooltip="" history="1" highlightClick="0" endSnd="0"/>
              </a:rPr>
              <a:t>some</a:t>
            </a:r>
            <a:r>
              <a:t> – has at least one element that pass the test</a:t>
            </a:r>
          </a:p>
          <a:p>
            <a:pPr marL="285750" indent="-285750">
              <a:buSzPct val="100000"/>
              <a:buFont typeface="Arial"/>
              <a:buChar char="•"/>
              <a:defRPr>
                <a:solidFill>
                  <a:srgbClr val="FFFFFF"/>
                </a:solidFill>
              </a:defRPr>
            </a:pPr>
            <a:r>
              <a:rPr u="sng">
                <a:solidFill>
                  <a:schemeClr val="accent2"/>
                </a:solidFill>
                <a:uFill>
                  <a:solidFill>
                    <a:schemeClr val="accent2"/>
                  </a:solidFill>
                </a:uFill>
                <a:hlinkClick r:id="rId7" invalidUrl="" action="" tgtFrame="" tooltip="" history="1" highlightClick="0" endSnd="0"/>
              </a:rPr>
              <a:t>every</a:t>
            </a:r>
            <a:r>
              <a:t> – all elements match with the test</a:t>
            </a:r>
          </a:p>
          <a:p>
            <a:pPr marL="285750" indent="-285750">
              <a:buSzPct val="100000"/>
              <a:buFont typeface="Arial"/>
              <a:buChar char="•"/>
              <a:defRPr>
                <a:solidFill>
                  <a:srgbClr val="FFFFFF"/>
                </a:solidFill>
              </a:defRPr>
            </a:pPr>
            <a:r>
              <a:rPr u="sng">
                <a:solidFill>
                  <a:schemeClr val="accent2"/>
                </a:solidFill>
                <a:uFill>
                  <a:solidFill>
                    <a:schemeClr val="accent2"/>
                  </a:solidFill>
                </a:uFill>
                <a:hlinkClick r:id="rId8" invalidUrl="" action="" tgtFrame="" tooltip="" history="1" highlightClick="0" endSnd="0"/>
              </a:rPr>
              <a:t>find</a:t>
            </a:r>
            <a:r>
              <a:t> – find one element</a:t>
            </a:r>
          </a:p>
          <a:p>
            <a:pPr marL="285750" indent="-285750">
              <a:buSzPct val="100000"/>
              <a:buFont typeface="Arial"/>
              <a:buChar char="•"/>
              <a:defRPr>
                <a:solidFill>
                  <a:srgbClr val="FFFFFF"/>
                </a:solidFill>
              </a:defRPr>
            </a:pPr>
            <a:r>
              <a:rPr u="sng">
                <a:solidFill>
                  <a:schemeClr val="accent2"/>
                </a:solidFill>
                <a:uFill>
                  <a:solidFill>
                    <a:schemeClr val="accent2"/>
                  </a:solidFill>
                </a:uFill>
                <a:hlinkClick r:id="rId9" invalidUrl="" action="" tgtFrame="" tooltip="" history="1" highlightClick="0" endSnd="0"/>
              </a:rPr>
              <a:t>includes</a:t>
            </a:r>
            <a:r>
              <a:t> – is in the array (only for primitives)</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4"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895" name="Text Placeholder 1"/>
          <p:cNvSpPr txBox="1"/>
          <p:nvPr>
            <p:ph type="body" sz="quarter" idx="1"/>
          </p:nvPr>
        </p:nvSpPr>
        <p:spPr>
          <a:xfrm>
            <a:off x="457200" y="231494"/>
            <a:ext cx="3611880" cy="225706"/>
          </a:xfrm>
          <a:prstGeom prst="rect">
            <a:avLst/>
          </a:prstGeom>
        </p:spPr>
        <p:txBody>
          <a:bodyPr/>
          <a:lstStyle/>
          <a:p>
            <a:pPr/>
            <a:r>
              <a:t>Arrays</a:t>
            </a:r>
          </a:p>
        </p:txBody>
      </p:sp>
      <p:sp>
        <p:nvSpPr>
          <p:cNvPr id="896" name="Title 2"/>
          <p:cNvSpPr txBox="1"/>
          <p:nvPr>
            <p:ph type="title"/>
          </p:nvPr>
        </p:nvSpPr>
        <p:spPr>
          <a:prstGeom prst="rect">
            <a:avLst/>
          </a:prstGeom>
        </p:spPr>
        <p:txBody>
          <a:bodyPr/>
          <a:lstStyle/>
          <a:p>
            <a:pPr/>
            <a:r>
              <a:t>Simple traversing</a:t>
            </a:r>
          </a:p>
        </p:txBody>
      </p:sp>
      <p:sp>
        <p:nvSpPr>
          <p:cNvPr id="897" name="TextBox 3"/>
          <p:cNvSpPr txBox="1"/>
          <p:nvPr/>
        </p:nvSpPr>
        <p:spPr>
          <a:xfrm>
            <a:off x="457201" y="1059872"/>
            <a:ext cx="5423078" cy="5029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rgbClr val="000066"/>
                </a:solidFill>
                <a:latin typeface="Consolas"/>
                <a:ea typeface="Consolas"/>
                <a:cs typeface="Consolas"/>
                <a:sym typeface="Consolas"/>
              </a:defRPr>
            </a:pPr>
            <a:r>
              <a:t>const</a:t>
            </a:r>
            <a:r>
              <a:rPr b="0">
                <a:solidFill>
                  <a:srgbClr val="212529"/>
                </a:solidFill>
              </a:rPr>
              <a:t> arr </a:t>
            </a:r>
            <a:r>
              <a:rPr b="0">
                <a:solidFill>
                  <a:srgbClr val="339933"/>
                </a:solidFill>
              </a:rPr>
              <a:t>=</a:t>
            </a:r>
            <a:r>
              <a:rPr b="0">
                <a:solidFill>
                  <a:srgbClr val="212529"/>
                </a:solidFill>
              </a:rPr>
              <a:t> </a:t>
            </a:r>
            <a:r>
              <a:rPr b="0">
                <a:solidFill>
                  <a:srgbClr val="009900"/>
                </a:solidFill>
              </a:rPr>
              <a:t>[</a:t>
            </a:r>
            <a:r>
              <a:rPr b="0">
                <a:solidFill>
                  <a:srgbClr val="CC0000"/>
                </a:solidFill>
              </a:rPr>
              <a:t>1</a:t>
            </a:r>
            <a:r>
              <a:rPr b="0">
                <a:solidFill>
                  <a:srgbClr val="339933"/>
                </a:solidFill>
              </a:rPr>
              <a:t>,</a:t>
            </a:r>
            <a:r>
              <a:rPr b="0">
                <a:solidFill>
                  <a:srgbClr val="212529"/>
                </a:solidFill>
              </a:rPr>
              <a:t> </a:t>
            </a:r>
            <a:r>
              <a:rPr b="0">
                <a:solidFill>
                  <a:srgbClr val="CC0000"/>
                </a:solidFill>
              </a:rPr>
              <a:t>2</a:t>
            </a:r>
            <a:r>
              <a:rPr b="0">
                <a:solidFill>
                  <a:srgbClr val="339933"/>
                </a:solidFill>
              </a:rPr>
              <a:t>,</a:t>
            </a:r>
            <a:r>
              <a:rPr b="0">
                <a:solidFill>
                  <a:srgbClr val="212529"/>
                </a:solidFill>
              </a:rPr>
              <a:t> </a:t>
            </a:r>
            <a:r>
              <a:rPr b="0">
                <a:solidFill>
                  <a:srgbClr val="CC0000"/>
                </a:solidFill>
              </a:rPr>
              <a:t>3</a:t>
            </a:r>
            <a:r>
              <a:rPr b="0">
                <a:solidFill>
                  <a:srgbClr val="339933"/>
                </a:solidFill>
              </a:rPr>
              <a:t>,</a:t>
            </a:r>
            <a:r>
              <a:rPr b="0">
                <a:solidFill>
                  <a:srgbClr val="212529"/>
                </a:solidFill>
              </a:rPr>
              <a:t> </a:t>
            </a:r>
            <a:r>
              <a:rPr b="0">
                <a:solidFill>
                  <a:srgbClr val="CC0000"/>
                </a:solidFill>
              </a:rPr>
              <a:t>4</a:t>
            </a:r>
            <a:r>
              <a:rPr b="0">
                <a:solidFill>
                  <a:srgbClr val="339933"/>
                </a:solidFill>
              </a:rPr>
              <a:t>,</a:t>
            </a:r>
            <a:r>
              <a:rPr b="0">
                <a:solidFill>
                  <a:srgbClr val="212529"/>
                </a:solidFill>
              </a:rPr>
              <a:t> </a:t>
            </a:r>
            <a:r>
              <a:rPr b="0">
                <a:solidFill>
                  <a:srgbClr val="CC0000"/>
                </a:solidFill>
              </a:rPr>
              <a:t>5</a:t>
            </a:r>
            <a:r>
              <a:rPr b="0">
                <a:solidFill>
                  <a:srgbClr val="009900"/>
                </a:solidFill>
              </a:rPr>
              <a:t>]</a:t>
            </a:r>
            <a:r>
              <a:rPr b="0">
                <a:solidFill>
                  <a:srgbClr val="339933"/>
                </a:solidFill>
              </a:rPr>
              <a:t>;</a:t>
            </a:r>
          </a:p>
          <a:p>
            <a:pPr>
              <a:defRPr>
                <a:latin typeface="Consolas"/>
                <a:ea typeface="Consolas"/>
                <a:cs typeface="Consolas"/>
                <a:sym typeface="Consolas"/>
              </a:defRPr>
            </a:pPr>
          </a:p>
          <a:p>
            <a:pPr>
              <a:defRPr b="1">
                <a:solidFill>
                  <a:srgbClr val="000066"/>
                </a:solidFill>
                <a:latin typeface="Consolas"/>
                <a:ea typeface="Consolas"/>
                <a:cs typeface="Consolas"/>
                <a:sym typeface="Consolas"/>
              </a:defRPr>
            </a:pPr>
            <a:r>
              <a:t>for</a:t>
            </a:r>
            <a:r>
              <a:rPr b="0">
                <a:solidFill>
                  <a:srgbClr val="212529"/>
                </a:solidFill>
              </a:rPr>
              <a:t> </a:t>
            </a:r>
            <a:r>
              <a:rPr b="0">
                <a:solidFill>
                  <a:srgbClr val="009900"/>
                </a:solidFill>
              </a:rPr>
              <a:t>(</a:t>
            </a:r>
            <a:r>
              <a:rPr b="0">
                <a:solidFill>
                  <a:srgbClr val="212529"/>
                </a:solidFill>
              </a:rPr>
              <a:t>let i</a:t>
            </a:r>
            <a:r>
              <a:rPr b="0">
                <a:solidFill>
                  <a:srgbClr val="339933"/>
                </a:solidFill>
              </a:rPr>
              <a:t>=</a:t>
            </a:r>
            <a:r>
              <a:rPr b="0">
                <a:solidFill>
                  <a:srgbClr val="CC0000"/>
                </a:solidFill>
              </a:rPr>
              <a:t>0</a:t>
            </a:r>
            <a:r>
              <a:rPr b="0">
                <a:solidFill>
                  <a:srgbClr val="339933"/>
                </a:solidFill>
              </a:rPr>
              <a:t>;</a:t>
            </a:r>
            <a:r>
              <a:rPr b="0">
                <a:solidFill>
                  <a:srgbClr val="212529"/>
                </a:solidFill>
              </a:rPr>
              <a:t> i </a:t>
            </a:r>
            <a:r>
              <a:rPr b="0">
                <a:solidFill>
                  <a:srgbClr val="339933"/>
                </a:solidFill>
              </a:rPr>
              <a:t>&lt; </a:t>
            </a:r>
            <a:r>
              <a:rPr b="0">
                <a:solidFill>
                  <a:srgbClr val="212529"/>
                </a:solidFill>
              </a:rPr>
              <a:t>arr.</a:t>
            </a:r>
            <a:r>
              <a:rPr b="0">
                <a:solidFill>
                  <a:srgbClr val="660066"/>
                </a:solidFill>
              </a:rPr>
              <a:t>length</a:t>
            </a:r>
            <a:r>
              <a:rPr b="0">
                <a:solidFill>
                  <a:srgbClr val="339933"/>
                </a:solidFill>
              </a:rPr>
              <a:t>;</a:t>
            </a:r>
            <a:r>
              <a:rPr b="0">
                <a:solidFill>
                  <a:srgbClr val="212529"/>
                </a:solidFill>
              </a:rPr>
              <a:t> i</a:t>
            </a:r>
            <a:r>
              <a:rPr b="0">
                <a:solidFill>
                  <a:srgbClr val="339933"/>
                </a:solidFill>
              </a:rPr>
              <a:t>++</a:t>
            </a:r>
            <a:r>
              <a:rPr b="0">
                <a:solidFill>
                  <a:srgbClr val="009900"/>
                </a:solidFill>
              </a:rPr>
              <a:t>) {</a:t>
            </a:r>
            <a:endParaRPr>
              <a:solidFill>
                <a:srgbClr val="212529"/>
              </a:solidFill>
            </a:endParaRPr>
          </a:p>
          <a:p>
            <a:pPr>
              <a:defRPr>
                <a:solidFill>
                  <a:srgbClr val="212529"/>
                </a:solidFill>
                <a:latin typeface="Consolas"/>
                <a:ea typeface="Consolas"/>
                <a:cs typeface="Consolas"/>
                <a:sym typeface="Consolas"/>
              </a:defRPr>
            </a:pPr>
            <a:r>
              <a:t>  console.</a:t>
            </a:r>
            <a:r>
              <a:rPr>
                <a:solidFill>
                  <a:srgbClr val="660066"/>
                </a:solidFill>
              </a:rPr>
              <a:t>log</a:t>
            </a:r>
            <a:r>
              <a:rPr>
                <a:solidFill>
                  <a:srgbClr val="009900"/>
                </a:solidFill>
              </a:rPr>
              <a:t>(</a:t>
            </a:r>
            <a:r>
              <a:t>arr</a:t>
            </a:r>
            <a:r>
              <a:rPr>
                <a:solidFill>
                  <a:srgbClr val="009900"/>
                </a:solidFill>
              </a:rPr>
              <a:t>[</a:t>
            </a:r>
            <a:r>
              <a:t>i</a:t>
            </a:r>
            <a:r>
              <a:rPr>
                <a:solidFill>
                  <a:srgbClr val="009900"/>
                </a:solidFill>
              </a:rPr>
              <a:t>])</a:t>
            </a:r>
            <a:r>
              <a:rPr>
                <a:solidFill>
                  <a:srgbClr val="339933"/>
                </a:solidFill>
              </a:rPr>
              <a:t>;</a:t>
            </a:r>
          </a:p>
          <a:p>
            <a:pPr>
              <a:defRPr>
                <a:solidFill>
                  <a:srgbClr val="009900"/>
                </a:solidFill>
                <a:latin typeface="Consolas"/>
                <a:ea typeface="Consolas"/>
                <a:cs typeface="Consolas"/>
                <a:sym typeface="Consolas"/>
              </a:defRPr>
            </a:pPr>
            <a:r>
              <a:t>}</a:t>
            </a:r>
          </a:p>
          <a:p>
            <a:pPr>
              <a:defRPr>
                <a:latin typeface="Consolas"/>
                <a:ea typeface="Consolas"/>
                <a:cs typeface="Consolas"/>
                <a:sym typeface="Consolas"/>
              </a:defRPr>
            </a:pPr>
          </a:p>
          <a:p>
            <a:pPr>
              <a:defRPr b="1">
                <a:solidFill>
                  <a:srgbClr val="000066"/>
                </a:solidFill>
                <a:latin typeface="Consolas"/>
                <a:ea typeface="Consolas"/>
                <a:cs typeface="Consolas"/>
                <a:sym typeface="Consolas"/>
              </a:defRPr>
            </a:pPr>
            <a:r>
              <a:t>for</a:t>
            </a:r>
            <a:r>
              <a:rPr b="0">
                <a:solidFill>
                  <a:srgbClr val="212529"/>
                </a:solidFill>
              </a:rPr>
              <a:t> </a:t>
            </a:r>
            <a:r>
              <a:rPr b="0">
                <a:solidFill>
                  <a:srgbClr val="009900"/>
                </a:solidFill>
              </a:rPr>
              <a:t>(</a:t>
            </a:r>
            <a:r>
              <a:rPr b="0">
                <a:solidFill>
                  <a:srgbClr val="212529"/>
                </a:solidFill>
              </a:rPr>
              <a:t>let i </a:t>
            </a:r>
            <a:r>
              <a:t>in</a:t>
            </a:r>
            <a:r>
              <a:rPr b="0">
                <a:solidFill>
                  <a:srgbClr val="212529"/>
                </a:solidFill>
              </a:rPr>
              <a:t> arr</a:t>
            </a:r>
            <a:r>
              <a:rPr b="0">
                <a:solidFill>
                  <a:srgbClr val="009900"/>
                </a:solidFill>
              </a:rPr>
              <a:t>)</a:t>
            </a:r>
            <a:r>
              <a:rPr b="0">
                <a:solidFill>
                  <a:srgbClr val="212529"/>
                </a:solidFill>
              </a:rPr>
              <a:t> </a:t>
            </a:r>
            <a:r>
              <a:rPr b="0">
                <a:solidFill>
                  <a:srgbClr val="009900"/>
                </a:solidFill>
              </a:rPr>
              <a:t>{</a:t>
            </a:r>
            <a:endParaRPr>
              <a:solidFill>
                <a:srgbClr val="212529"/>
              </a:solidFill>
            </a:endParaRPr>
          </a:p>
          <a:p>
            <a:pPr>
              <a:defRPr>
                <a:solidFill>
                  <a:srgbClr val="212529"/>
                </a:solidFill>
                <a:latin typeface="Consolas"/>
                <a:ea typeface="Consolas"/>
                <a:cs typeface="Consolas"/>
                <a:sym typeface="Consolas"/>
              </a:defRPr>
            </a:pPr>
            <a:r>
              <a:t>  console.</a:t>
            </a:r>
            <a:r>
              <a:rPr>
                <a:solidFill>
                  <a:srgbClr val="660066"/>
                </a:solidFill>
              </a:rPr>
              <a:t>log</a:t>
            </a:r>
            <a:r>
              <a:rPr>
                <a:solidFill>
                  <a:srgbClr val="009900"/>
                </a:solidFill>
              </a:rPr>
              <a:t>(</a:t>
            </a:r>
            <a:r>
              <a:t>arr</a:t>
            </a:r>
            <a:r>
              <a:rPr>
                <a:solidFill>
                  <a:srgbClr val="009900"/>
                </a:solidFill>
              </a:rPr>
              <a:t>[</a:t>
            </a:r>
            <a:r>
              <a:t>i</a:t>
            </a:r>
            <a:r>
              <a:rPr>
                <a:solidFill>
                  <a:srgbClr val="009900"/>
                </a:solidFill>
              </a:rPr>
              <a:t>])</a:t>
            </a:r>
            <a:r>
              <a:rPr>
                <a:solidFill>
                  <a:srgbClr val="339933"/>
                </a:solidFill>
              </a:rPr>
              <a:t>;</a:t>
            </a:r>
          </a:p>
          <a:p>
            <a:pPr>
              <a:defRPr>
                <a:solidFill>
                  <a:srgbClr val="009900"/>
                </a:solidFill>
                <a:latin typeface="Consolas"/>
                <a:ea typeface="Consolas"/>
                <a:cs typeface="Consolas"/>
                <a:sym typeface="Consolas"/>
              </a:defRPr>
            </a:pPr>
            <a:r>
              <a:t>}</a:t>
            </a:r>
          </a:p>
          <a:p>
            <a:pPr>
              <a:defRPr>
                <a:latin typeface="Consolas"/>
                <a:ea typeface="Consolas"/>
                <a:cs typeface="Consolas"/>
                <a:sym typeface="Consolas"/>
              </a:defRPr>
            </a:pPr>
          </a:p>
          <a:p>
            <a:pPr>
              <a:defRPr b="1">
                <a:solidFill>
                  <a:srgbClr val="000066"/>
                </a:solidFill>
                <a:latin typeface="Consolas"/>
                <a:ea typeface="Consolas"/>
                <a:cs typeface="Consolas"/>
                <a:sym typeface="Consolas"/>
              </a:defRPr>
            </a:pPr>
            <a:r>
              <a:t>for</a:t>
            </a:r>
            <a:r>
              <a:rPr b="0">
                <a:solidFill>
                  <a:srgbClr val="212529"/>
                </a:solidFill>
              </a:rPr>
              <a:t> </a:t>
            </a:r>
            <a:r>
              <a:rPr b="0">
                <a:solidFill>
                  <a:srgbClr val="009900"/>
                </a:solidFill>
              </a:rPr>
              <a:t>(</a:t>
            </a:r>
            <a:r>
              <a:rPr b="0">
                <a:solidFill>
                  <a:srgbClr val="212529"/>
                </a:solidFill>
              </a:rPr>
              <a:t>let element of arr</a:t>
            </a:r>
            <a:r>
              <a:rPr b="0">
                <a:solidFill>
                  <a:srgbClr val="009900"/>
                </a:solidFill>
              </a:rPr>
              <a:t>)</a:t>
            </a:r>
            <a:r>
              <a:rPr b="0">
                <a:solidFill>
                  <a:srgbClr val="212529"/>
                </a:solidFill>
              </a:rPr>
              <a:t> </a:t>
            </a:r>
            <a:r>
              <a:rPr b="0">
                <a:solidFill>
                  <a:srgbClr val="009900"/>
                </a:solidFill>
              </a:rPr>
              <a:t>{</a:t>
            </a:r>
            <a:endParaRPr>
              <a:solidFill>
                <a:srgbClr val="212529"/>
              </a:solidFill>
            </a:endParaRPr>
          </a:p>
          <a:p>
            <a:pPr>
              <a:defRPr>
                <a:solidFill>
                  <a:srgbClr val="212529"/>
                </a:solidFill>
                <a:latin typeface="Consolas"/>
                <a:ea typeface="Consolas"/>
                <a:cs typeface="Consolas"/>
                <a:sym typeface="Consolas"/>
              </a:defRPr>
            </a:pPr>
            <a:r>
              <a:t>  console.</a:t>
            </a:r>
            <a:r>
              <a:rPr>
                <a:solidFill>
                  <a:srgbClr val="660066"/>
                </a:solidFill>
              </a:rPr>
              <a:t>log</a:t>
            </a:r>
            <a:r>
              <a:rPr>
                <a:solidFill>
                  <a:srgbClr val="009900"/>
                </a:solidFill>
              </a:rPr>
              <a:t>(</a:t>
            </a:r>
            <a:r>
              <a:t>element</a:t>
            </a:r>
            <a:r>
              <a:rPr>
                <a:solidFill>
                  <a:srgbClr val="009900"/>
                </a:solidFill>
              </a:rPr>
              <a:t>)</a:t>
            </a:r>
            <a:r>
              <a:rPr>
                <a:solidFill>
                  <a:srgbClr val="339933"/>
                </a:solidFill>
              </a:rPr>
              <a:t>;</a:t>
            </a:r>
          </a:p>
          <a:p>
            <a:pPr>
              <a:defRPr>
                <a:solidFill>
                  <a:srgbClr val="009900"/>
                </a:solidFill>
                <a:latin typeface="Consolas"/>
                <a:ea typeface="Consolas"/>
                <a:cs typeface="Consolas"/>
                <a:sym typeface="Consolas"/>
              </a:defRPr>
            </a:pPr>
            <a:r>
              <a:t>}</a:t>
            </a:r>
          </a:p>
          <a:p>
            <a:pPr>
              <a:defRPr>
                <a:latin typeface="Consolas"/>
                <a:ea typeface="Consolas"/>
                <a:cs typeface="Consolas"/>
                <a:sym typeface="Consolas"/>
              </a:defRPr>
            </a:pPr>
          </a:p>
          <a:p>
            <a:pPr>
              <a:defRPr>
                <a:solidFill>
                  <a:srgbClr val="212529"/>
                </a:solidFill>
                <a:latin typeface="Consolas"/>
                <a:ea typeface="Consolas"/>
                <a:cs typeface="Consolas"/>
                <a:sym typeface="Consolas"/>
              </a:defRPr>
            </a:pPr>
            <a:r>
              <a:t>let i</a:t>
            </a:r>
            <a:r>
              <a:rPr>
                <a:solidFill>
                  <a:srgbClr val="339933"/>
                </a:solidFill>
              </a:rPr>
              <a:t>=</a:t>
            </a:r>
            <a:r>
              <a:rPr>
                <a:solidFill>
                  <a:srgbClr val="CC0000"/>
                </a:solidFill>
              </a:rPr>
              <a:t>0</a:t>
            </a:r>
            <a:r>
              <a:rPr>
                <a:solidFill>
                  <a:srgbClr val="339933"/>
                </a:solidFill>
              </a:rPr>
              <a:t>;</a:t>
            </a:r>
          </a:p>
          <a:p>
            <a:pPr>
              <a:defRPr>
                <a:solidFill>
                  <a:srgbClr val="212529"/>
                </a:solidFill>
                <a:latin typeface="Consolas"/>
                <a:ea typeface="Consolas"/>
                <a:cs typeface="Consolas"/>
                <a:sym typeface="Consolas"/>
              </a:defRPr>
            </a:pPr>
            <a:r>
              <a:t>while</a:t>
            </a:r>
            <a:r>
              <a:rPr>
                <a:solidFill>
                  <a:srgbClr val="009900"/>
                </a:solidFill>
              </a:rPr>
              <a:t>(</a:t>
            </a:r>
            <a:r>
              <a:t>i </a:t>
            </a:r>
            <a:r>
              <a:rPr>
                <a:solidFill>
                  <a:srgbClr val="339933"/>
                </a:solidFill>
              </a:rPr>
              <a:t>&lt; </a:t>
            </a:r>
            <a:r>
              <a:t>arr.</a:t>
            </a:r>
            <a:r>
              <a:rPr>
                <a:solidFill>
                  <a:srgbClr val="660066"/>
                </a:solidFill>
              </a:rPr>
              <a:t>length</a:t>
            </a:r>
            <a:r>
              <a:rPr>
                <a:solidFill>
                  <a:srgbClr val="009900"/>
                </a:solidFill>
              </a:rPr>
              <a:t>)</a:t>
            </a:r>
            <a:r>
              <a:t> </a:t>
            </a:r>
            <a:r>
              <a:rPr>
                <a:solidFill>
                  <a:srgbClr val="009900"/>
                </a:solidFill>
              </a:rPr>
              <a:t>{</a:t>
            </a:r>
          </a:p>
          <a:p>
            <a:pPr>
              <a:defRPr>
                <a:solidFill>
                  <a:srgbClr val="212529"/>
                </a:solidFill>
                <a:latin typeface="Consolas"/>
                <a:ea typeface="Consolas"/>
                <a:cs typeface="Consolas"/>
                <a:sym typeface="Consolas"/>
              </a:defRPr>
            </a:pPr>
            <a:r>
              <a:t>  console.</a:t>
            </a:r>
            <a:r>
              <a:rPr>
                <a:solidFill>
                  <a:srgbClr val="660066"/>
                </a:solidFill>
              </a:rPr>
              <a:t>log</a:t>
            </a:r>
            <a:r>
              <a:rPr>
                <a:solidFill>
                  <a:srgbClr val="009900"/>
                </a:solidFill>
              </a:rPr>
              <a:t>(</a:t>
            </a:r>
            <a:r>
              <a:t>arr</a:t>
            </a:r>
            <a:r>
              <a:rPr>
                <a:solidFill>
                  <a:srgbClr val="009900"/>
                </a:solidFill>
              </a:rPr>
              <a:t>[</a:t>
            </a:r>
            <a:r>
              <a:t>i</a:t>
            </a:r>
            <a:r>
              <a:rPr>
                <a:solidFill>
                  <a:srgbClr val="339933"/>
                </a:solidFill>
              </a:rPr>
              <a:t>++</a:t>
            </a:r>
            <a:r>
              <a:rPr>
                <a:solidFill>
                  <a:srgbClr val="009900"/>
                </a:solidFill>
              </a:rPr>
              <a:t>])</a:t>
            </a:r>
            <a:r>
              <a:rPr>
                <a:solidFill>
                  <a:srgbClr val="339933"/>
                </a:solidFill>
              </a:rPr>
              <a:t>;</a:t>
            </a:r>
          </a:p>
          <a:p>
            <a:pPr>
              <a:defRPr>
                <a:solidFill>
                  <a:srgbClr val="009900"/>
                </a:solidFill>
                <a:latin typeface="Consolas"/>
                <a:ea typeface="Consolas"/>
                <a:cs typeface="Consolas"/>
                <a:sym typeface="Consolas"/>
              </a:defRPr>
            </a:pPr>
            <a:r>
              <a:t>}</a:t>
            </a:r>
          </a:p>
        </p:txBody>
      </p:sp>
      <p:sp>
        <p:nvSpPr>
          <p:cNvPr id="898" name="TextBox 4"/>
          <p:cNvSpPr txBox="1"/>
          <p:nvPr/>
        </p:nvSpPr>
        <p:spPr>
          <a:xfrm>
            <a:off x="6357442" y="967539"/>
            <a:ext cx="5561214" cy="148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569CD6"/>
                </a:solidFill>
                <a:latin typeface="Consolas"/>
                <a:ea typeface="Consolas"/>
                <a:cs typeface="Consolas"/>
                <a:sym typeface="Consolas"/>
              </a:defRPr>
            </a:pPr>
            <a:r>
              <a:t>const</a:t>
            </a:r>
            <a:r>
              <a:rPr>
                <a:solidFill>
                  <a:srgbClr val="D4D4D4"/>
                </a:solidFill>
              </a:rPr>
              <a:t> </a:t>
            </a:r>
            <a:r>
              <a:rPr>
                <a:solidFill>
                  <a:srgbClr val="4FC1FF"/>
                </a:solidFill>
              </a:rPr>
              <a:t>arr</a:t>
            </a:r>
            <a:r>
              <a:rPr>
                <a:solidFill>
                  <a:srgbClr val="D4D4D4"/>
                </a:solidFill>
              </a:rPr>
              <a:t> = </a:t>
            </a:r>
            <a:r>
              <a:rPr>
                <a:solidFill>
                  <a:srgbClr val="FFD966"/>
                </a:solidFill>
              </a:rPr>
              <a:t>[</a:t>
            </a:r>
            <a:r>
              <a:rPr>
                <a:solidFill>
                  <a:srgbClr val="D4D4D4"/>
                </a:solidFill>
              </a:rPr>
              <a:t>1, 2, 3, 4, 5</a:t>
            </a:r>
            <a:r>
              <a:rPr>
                <a:solidFill>
                  <a:srgbClr val="FFD966"/>
                </a:solidFill>
              </a:rPr>
              <a:t>]</a:t>
            </a:r>
            <a:r>
              <a:rPr>
                <a:solidFill>
                  <a:srgbClr val="D4D4D4"/>
                </a:solidFill>
              </a:rPr>
              <a:t>;</a:t>
            </a:r>
            <a:endParaRPr>
              <a:solidFill>
                <a:srgbClr val="D4D4D4"/>
              </a:solidFill>
            </a:endParaRPr>
          </a:p>
          <a:p>
            <a:pPr>
              <a:defRPr>
                <a:solidFill>
                  <a:srgbClr val="4FC1FF"/>
                </a:solidFill>
                <a:latin typeface="Consolas"/>
                <a:ea typeface="Consolas"/>
                <a:cs typeface="Consolas"/>
                <a:sym typeface="Consolas"/>
              </a:defRPr>
            </a:pPr>
          </a:p>
          <a:p>
            <a:pPr>
              <a:defRPr>
                <a:solidFill>
                  <a:srgbClr val="4FC1FF"/>
                </a:solidFill>
                <a:latin typeface="Consolas"/>
                <a:ea typeface="Consolas"/>
                <a:cs typeface="Consolas"/>
                <a:sym typeface="Consolas"/>
              </a:defRPr>
            </a:pPr>
            <a:r>
              <a:t>arr</a:t>
            </a:r>
            <a:r>
              <a:rPr>
                <a:solidFill>
                  <a:srgbClr val="D4D4D4"/>
                </a:solidFill>
              </a:rPr>
              <a:t>.</a:t>
            </a:r>
            <a:r>
              <a:rPr>
                <a:solidFill>
                  <a:srgbClr val="DCDCAA"/>
                </a:solidFill>
              </a:rPr>
              <a:t>forEach</a:t>
            </a:r>
            <a:r>
              <a:rPr>
                <a:solidFill>
                  <a:schemeClr val="accent3"/>
                </a:solidFill>
              </a:rPr>
              <a:t>((</a:t>
            </a:r>
            <a:r>
              <a:rPr>
                <a:solidFill>
                  <a:srgbClr val="9CDCFE"/>
                </a:solidFill>
              </a:rPr>
              <a:t>item</a:t>
            </a:r>
            <a:r>
              <a:rPr>
                <a:solidFill>
                  <a:srgbClr val="D4D4D4"/>
                </a:solidFill>
              </a:rPr>
              <a:t>, </a:t>
            </a:r>
            <a:r>
              <a:rPr>
                <a:solidFill>
                  <a:srgbClr val="9CDCFE"/>
                </a:solidFill>
              </a:rPr>
              <a:t>index</a:t>
            </a:r>
            <a:r>
              <a:rPr>
                <a:solidFill>
                  <a:schemeClr val="accent3"/>
                </a:solidFill>
              </a:rPr>
              <a:t>)</a:t>
            </a:r>
            <a:r>
              <a:rPr>
                <a:solidFill>
                  <a:srgbClr val="D4D4D4"/>
                </a:solidFill>
              </a:rPr>
              <a:t> </a:t>
            </a:r>
            <a:r>
              <a:rPr>
                <a:solidFill>
                  <a:srgbClr val="569CD6"/>
                </a:solidFill>
              </a:rPr>
              <a:t>=&gt;</a:t>
            </a:r>
            <a:r>
              <a:rPr>
                <a:solidFill>
                  <a:srgbClr val="D4D4D4"/>
                </a:solidFill>
              </a:rPr>
              <a:t> </a:t>
            </a:r>
            <a:r>
              <a:rPr>
                <a:solidFill>
                  <a:schemeClr val="accent3"/>
                </a:solidFill>
              </a:rPr>
              <a:t>{</a:t>
            </a:r>
            <a:endParaRPr>
              <a:solidFill>
                <a:srgbClr val="D4D4D4"/>
              </a:solidFill>
            </a:endParaRPr>
          </a:p>
          <a:p>
            <a:pPr>
              <a:defRPr>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rPr>
                <a:solidFill>
                  <a:schemeClr val="accent3"/>
                </a:solidFill>
              </a:rPr>
              <a:t>(</a:t>
            </a:r>
            <a:r>
              <a:rPr>
                <a:solidFill>
                  <a:srgbClr val="CE9178"/>
                </a:solidFill>
              </a:rPr>
              <a:t>`</a:t>
            </a:r>
            <a:r>
              <a:rPr>
                <a:solidFill>
                  <a:srgbClr val="569CD6"/>
                </a:solidFill>
              </a:rPr>
              <a:t>${</a:t>
            </a:r>
            <a:r>
              <a:rPr>
                <a:solidFill>
                  <a:srgbClr val="9CDCFE"/>
                </a:solidFill>
              </a:rPr>
              <a:t>index</a:t>
            </a:r>
            <a:r>
              <a:rPr>
                <a:solidFill>
                  <a:srgbClr val="569CD6"/>
                </a:solidFill>
              </a:rPr>
              <a:t>}</a:t>
            </a:r>
            <a:r>
              <a:rPr>
                <a:solidFill>
                  <a:srgbClr val="CE9178"/>
                </a:solidFill>
              </a:rPr>
              <a:t>: </a:t>
            </a:r>
            <a:r>
              <a:rPr>
                <a:solidFill>
                  <a:srgbClr val="569CD6"/>
                </a:solidFill>
              </a:rPr>
              <a:t>${</a:t>
            </a:r>
            <a:r>
              <a:rPr>
                <a:solidFill>
                  <a:srgbClr val="9CDCFE"/>
                </a:solidFill>
              </a:rPr>
              <a:t>item</a:t>
            </a:r>
            <a:r>
              <a:rPr>
                <a:solidFill>
                  <a:srgbClr val="569CD6"/>
                </a:solidFill>
              </a:rPr>
              <a:t>}</a:t>
            </a:r>
            <a:r>
              <a:rPr>
                <a:solidFill>
                  <a:srgbClr val="CE9178"/>
                </a:solidFill>
              </a:rPr>
              <a:t>`</a:t>
            </a:r>
            <a:r>
              <a:rPr>
                <a:solidFill>
                  <a:schemeClr val="accent3"/>
                </a:solidFill>
              </a:rPr>
              <a:t>)</a:t>
            </a:r>
            <a:r>
              <a:t>;</a:t>
            </a:r>
          </a:p>
          <a:p>
            <a:pPr>
              <a:defRPr>
                <a:solidFill>
                  <a:schemeClr val="accent3"/>
                </a:solidFill>
                <a:latin typeface="Consolas"/>
                <a:ea typeface="Consolas"/>
                <a:cs typeface="Consolas"/>
                <a:sym typeface="Consolas"/>
              </a:defRPr>
            </a:pPr>
            <a:r>
              <a:t>})</a:t>
            </a:r>
            <a:r>
              <a:rPr>
                <a:solidFill>
                  <a:srgbClr val="D4D4D4"/>
                </a:solidFill>
              </a:rPr>
              <a:t>;</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00"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01" name="Text Placeholder 1"/>
          <p:cNvSpPr txBox="1"/>
          <p:nvPr>
            <p:ph type="body" sz="quarter" idx="1"/>
          </p:nvPr>
        </p:nvSpPr>
        <p:spPr>
          <a:xfrm>
            <a:off x="457200" y="231494"/>
            <a:ext cx="3611880" cy="225706"/>
          </a:xfrm>
          <a:prstGeom prst="rect">
            <a:avLst/>
          </a:prstGeom>
        </p:spPr>
        <p:txBody>
          <a:bodyPr/>
          <a:lstStyle/>
          <a:p>
            <a:pPr/>
            <a:r>
              <a:t>Arrays</a:t>
            </a:r>
          </a:p>
        </p:txBody>
      </p:sp>
      <p:sp>
        <p:nvSpPr>
          <p:cNvPr id="902" name="Title 2"/>
          <p:cNvSpPr txBox="1"/>
          <p:nvPr>
            <p:ph type="title"/>
          </p:nvPr>
        </p:nvSpPr>
        <p:spPr>
          <a:prstGeom prst="rect">
            <a:avLst/>
          </a:prstGeom>
        </p:spPr>
        <p:txBody>
          <a:bodyPr/>
          <a:lstStyle/>
          <a:p>
            <a:pPr/>
            <a:r>
              <a:t>Transformations</a:t>
            </a:r>
          </a:p>
        </p:txBody>
      </p:sp>
      <p:sp>
        <p:nvSpPr>
          <p:cNvPr id="903" name="TextBox 3"/>
          <p:cNvSpPr txBox="1"/>
          <p:nvPr/>
        </p:nvSpPr>
        <p:spPr>
          <a:xfrm>
            <a:off x="457201" y="1059873"/>
            <a:ext cx="5423078" cy="2514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rgbClr val="000066"/>
                </a:solidFill>
                <a:latin typeface="Consolas"/>
                <a:ea typeface="Consolas"/>
                <a:cs typeface="Consolas"/>
                <a:sym typeface="Consolas"/>
              </a:defRPr>
            </a:pPr>
            <a:r>
              <a:t>const</a:t>
            </a:r>
            <a:r>
              <a:rPr b="0">
                <a:solidFill>
                  <a:srgbClr val="212529"/>
                </a:solidFill>
              </a:rPr>
              <a:t> arr </a:t>
            </a:r>
            <a:r>
              <a:rPr b="0">
                <a:solidFill>
                  <a:srgbClr val="339933"/>
                </a:solidFill>
              </a:rPr>
              <a:t>=</a:t>
            </a:r>
            <a:r>
              <a:rPr b="0">
                <a:solidFill>
                  <a:srgbClr val="212529"/>
                </a:solidFill>
              </a:rPr>
              <a:t> </a:t>
            </a:r>
            <a:r>
              <a:rPr b="0">
                <a:solidFill>
                  <a:srgbClr val="009900"/>
                </a:solidFill>
              </a:rPr>
              <a:t>[</a:t>
            </a:r>
            <a:r>
              <a:rPr b="0">
                <a:solidFill>
                  <a:srgbClr val="CC0000"/>
                </a:solidFill>
              </a:rPr>
              <a:t>1</a:t>
            </a:r>
            <a:r>
              <a:rPr b="0">
                <a:solidFill>
                  <a:srgbClr val="339933"/>
                </a:solidFill>
              </a:rPr>
              <a:t>,</a:t>
            </a:r>
            <a:r>
              <a:rPr b="0">
                <a:solidFill>
                  <a:srgbClr val="212529"/>
                </a:solidFill>
              </a:rPr>
              <a:t> </a:t>
            </a:r>
            <a:r>
              <a:rPr b="0">
                <a:solidFill>
                  <a:srgbClr val="CC0000"/>
                </a:solidFill>
              </a:rPr>
              <a:t>2</a:t>
            </a:r>
            <a:r>
              <a:rPr b="0">
                <a:solidFill>
                  <a:srgbClr val="339933"/>
                </a:solidFill>
              </a:rPr>
              <a:t>,</a:t>
            </a:r>
            <a:r>
              <a:rPr b="0">
                <a:solidFill>
                  <a:srgbClr val="212529"/>
                </a:solidFill>
              </a:rPr>
              <a:t> </a:t>
            </a:r>
            <a:r>
              <a:rPr b="0">
                <a:solidFill>
                  <a:srgbClr val="CC0000"/>
                </a:solidFill>
              </a:rPr>
              <a:t>3</a:t>
            </a:r>
            <a:r>
              <a:rPr b="0">
                <a:solidFill>
                  <a:srgbClr val="339933"/>
                </a:solidFill>
              </a:rPr>
              <a:t>,</a:t>
            </a:r>
            <a:r>
              <a:rPr b="0">
                <a:solidFill>
                  <a:srgbClr val="212529"/>
                </a:solidFill>
              </a:rPr>
              <a:t> </a:t>
            </a:r>
            <a:r>
              <a:rPr b="0">
                <a:solidFill>
                  <a:srgbClr val="CC0000"/>
                </a:solidFill>
              </a:rPr>
              <a:t>4</a:t>
            </a:r>
            <a:r>
              <a:rPr b="0">
                <a:solidFill>
                  <a:srgbClr val="339933"/>
                </a:solidFill>
              </a:rPr>
              <a:t>,</a:t>
            </a:r>
            <a:r>
              <a:rPr b="0">
                <a:solidFill>
                  <a:srgbClr val="212529"/>
                </a:solidFill>
              </a:rPr>
              <a:t> </a:t>
            </a:r>
            <a:r>
              <a:rPr b="0">
                <a:solidFill>
                  <a:srgbClr val="CC0000"/>
                </a:solidFill>
              </a:rPr>
              <a:t>5</a:t>
            </a:r>
            <a:r>
              <a:rPr b="0">
                <a:solidFill>
                  <a:srgbClr val="009900"/>
                </a:solidFill>
              </a:rPr>
              <a:t>]</a:t>
            </a:r>
            <a:r>
              <a:rPr b="0">
                <a:solidFill>
                  <a:srgbClr val="339933"/>
                </a:solidFill>
              </a:rPr>
              <a:t>;</a:t>
            </a:r>
            <a:endParaRPr b="0">
              <a:solidFill>
                <a:srgbClr val="339933"/>
              </a:solidFill>
            </a:endParaRPr>
          </a:p>
          <a:p>
            <a:pPr>
              <a:defRPr b="1">
                <a:solidFill>
                  <a:srgbClr val="000066"/>
                </a:solidFill>
                <a:latin typeface="Consolas"/>
                <a:ea typeface="Consolas"/>
                <a:cs typeface="Consolas"/>
                <a:sym typeface="Consolas"/>
              </a:defRPr>
            </a:pPr>
            <a:r>
              <a:t>const</a:t>
            </a:r>
            <a:r>
              <a:rPr b="0">
                <a:solidFill>
                  <a:srgbClr val="212529"/>
                </a:solidFill>
              </a:rPr>
              <a:t> double </a:t>
            </a:r>
            <a:r>
              <a:rPr b="0">
                <a:solidFill>
                  <a:srgbClr val="339933"/>
                </a:solidFill>
              </a:rPr>
              <a:t>=</a:t>
            </a:r>
            <a:r>
              <a:rPr b="0">
                <a:solidFill>
                  <a:srgbClr val="212529"/>
                </a:solidFill>
              </a:rPr>
              <a:t> </a:t>
            </a:r>
            <a:r>
              <a:rPr b="0">
                <a:solidFill>
                  <a:srgbClr val="009900"/>
                </a:solidFill>
              </a:rPr>
              <a:t>[]</a:t>
            </a:r>
            <a:r>
              <a:rPr b="0">
                <a:solidFill>
                  <a:srgbClr val="339933"/>
                </a:solidFill>
              </a:rPr>
              <a:t>;</a:t>
            </a:r>
          </a:p>
          <a:p>
            <a:pPr>
              <a:defRPr>
                <a:latin typeface="Consolas"/>
                <a:ea typeface="Consolas"/>
                <a:cs typeface="Consolas"/>
                <a:sym typeface="Consolas"/>
              </a:defRPr>
            </a:pPr>
          </a:p>
          <a:p>
            <a:pPr>
              <a:defRPr b="1">
                <a:solidFill>
                  <a:srgbClr val="000066"/>
                </a:solidFill>
                <a:latin typeface="Consolas"/>
                <a:ea typeface="Consolas"/>
                <a:cs typeface="Consolas"/>
                <a:sym typeface="Consolas"/>
              </a:defRPr>
            </a:pPr>
            <a:r>
              <a:t>for</a:t>
            </a:r>
            <a:r>
              <a:rPr b="0">
                <a:solidFill>
                  <a:srgbClr val="212529"/>
                </a:solidFill>
              </a:rPr>
              <a:t> </a:t>
            </a:r>
            <a:r>
              <a:rPr b="0">
                <a:solidFill>
                  <a:srgbClr val="009900"/>
                </a:solidFill>
              </a:rPr>
              <a:t>(</a:t>
            </a:r>
            <a:r>
              <a:rPr b="0">
                <a:solidFill>
                  <a:srgbClr val="212529"/>
                </a:solidFill>
              </a:rPr>
              <a:t>let i</a:t>
            </a:r>
            <a:r>
              <a:rPr b="0">
                <a:solidFill>
                  <a:srgbClr val="339933"/>
                </a:solidFill>
              </a:rPr>
              <a:t>=</a:t>
            </a:r>
            <a:r>
              <a:rPr b="0">
                <a:solidFill>
                  <a:srgbClr val="CC0000"/>
                </a:solidFill>
              </a:rPr>
              <a:t>0</a:t>
            </a:r>
            <a:r>
              <a:rPr b="0">
                <a:solidFill>
                  <a:srgbClr val="339933"/>
                </a:solidFill>
              </a:rPr>
              <a:t>;</a:t>
            </a:r>
            <a:r>
              <a:rPr b="0">
                <a:solidFill>
                  <a:srgbClr val="212529"/>
                </a:solidFill>
              </a:rPr>
              <a:t> i </a:t>
            </a:r>
            <a:r>
              <a:rPr b="0">
                <a:solidFill>
                  <a:srgbClr val="339933"/>
                </a:solidFill>
              </a:rPr>
              <a:t>&lt; </a:t>
            </a:r>
            <a:r>
              <a:rPr b="0">
                <a:solidFill>
                  <a:srgbClr val="212529"/>
                </a:solidFill>
              </a:rPr>
              <a:t>arr.</a:t>
            </a:r>
            <a:r>
              <a:rPr b="0">
                <a:solidFill>
                  <a:srgbClr val="660066"/>
                </a:solidFill>
              </a:rPr>
              <a:t>length</a:t>
            </a:r>
            <a:r>
              <a:rPr b="0">
                <a:solidFill>
                  <a:srgbClr val="339933"/>
                </a:solidFill>
              </a:rPr>
              <a:t>;</a:t>
            </a:r>
            <a:r>
              <a:rPr b="0">
                <a:solidFill>
                  <a:srgbClr val="212529"/>
                </a:solidFill>
              </a:rPr>
              <a:t> i</a:t>
            </a:r>
            <a:r>
              <a:rPr b="0">
                <a:solidFill>
                  <a:srgbClr val="339933"/>
                </a:solidFill>
              </a:rPr>
              <a:t>++</a:t>
            </a:r>
            <a:r>
              <a:rPr b="0">
                <a:solidFill>
                  <a:srgbClr val="009900"/>
                </a:solidFill>
              </a:rPr>
              <a:t>) {</a:t>
            </a:r>
            <a:endParaRPr>
              <a:solidFill>
                <a:srgbClr val="212529"/>
              </a:solidFill>
            </a:endParaRPr>
          </a:p>
          <a:p>
            <a:pPr>
              <a:defRPr>
                <a:solidFill>
                  <a:srgbClr val="212529"/>
                </a:solidFill>
                <a:latin typeface="Consolas"/>
                <a:ea typeface="Consolas"/>
                <a:cs typeface="Consolas"/>
                <a:sym typeface="Consolas"/>
              </a:defRPr>
            </a:pPr>
            <a:r>
              <a:t>  double.push(numbers</a:t>
            </a:r>
            <a:r>
              <a:rPr>
                <a:solidFill>
                  <a:srgbClr val="009900"/>
                </a:solidFill>
              </a:rPr>
              <a:t>[</a:t>
            </a:r>
            <a:r>
              <a:t>i</a:t>
            </a:r>
            <a:r>
              <a:rPr>
                <a:solidFill>
                  <a:srgbClr val="009900"/>
                </a:solidFill>
              </a:rPr>
              <a:t>]</a:t>
            </a:r>
            <a:r>
              <a:t> * </a:t>
            </a:r>
            <a:r>
              <a:rPr>
                <a:solidFill>
                  <a:srgbClr val="CC0000"/>
                </a:solidFill>
              </a:rPr>
              <a:t>2</a:t>
            </a:r>
            <a:r>
              <a:t>);</a:t>
            </a:r>
          </a:p>
          <a:p>
            <a:pPr>
              <a:defRPr>
                <a:solidFill>
                  <a:srgbClr val="009900"/>
                </a:solidFill>
                <a:latin typeface="Consolas"/>
                <a:ea typeface="Consolas"/>
                <a:cs typeface="Consolas"/>
                <a:sym typeface="Consolas"/>
              </a:defRPr>
            </a:pPr>
            <a:r>
              <a:t>}</a:t>
            </a:r>
          </a:p>
          <a:p>
            <a:pPr>
              <a:defRPr>
                <a:solidFill>
                  <a:srgbClr val="009900"/>
                </a:solidFill>
                <a:latin typeface="Consolas"/>
                <a:ea typeface="Consolas"/>
                <a:cs typeface="Consolas"/>
                <a:sym typeface="Consolas"/>
              </a:defRPr>
            </a:pPr>
          </a:p>
          <a:p>
            <a:pPr>
              <a:defRPr>
                <a:solidFill>
                  <a:srgbClr val="212529"/>
                </a:solidFill>
                <a:latin typeface="Consolas"/>
                <a:ea typeface="Consolas"/>
                <a:cs typeface="Consolas"/>
                <a:sym typeface="Consolas"/>
              </a:defRPr>
            </a:pPr>
            <a:r>
              <a:t>console.</a:t>
            </a:r>
            <a:r>
              <a:rPr>
                <a:solidFill>
                  <a:srgbClr val="660066"/>
                </a:solidFill>
              </a:rPr>
              <a:t>log</a:t>
            </a:r>
            <a:r>
              <a:rPr>
                <a:solidFill>
                  <a:srgbClr val="009900"/>
                </a:solidFill>
              </a:rPr>
              <a:t>(</a:t>
            </a:r>
            <a:r>
              <a:t>double</a:t>
            </a:r>
            <a:r>
              <a:rPr>
                <a:solidFill>
                  <a:srgbClr val="009900"/>
                </a:solidFill>
              </a:rPr>
              <a:t>)</a:t>
            </a:r>
            <a:r>
              <a:rPr>
                <a:solidFill>
                  <a:srgbClr val="339933"/>
                </a:solidFill>
              </a:rPr>
              <a:t>;</a:t>
            </a:r>
            <a:r>
              <a:rPr i="1">
                <a:solidFill>
                  <a:srgbClr val="006600"/>
                </a:solidFill>
              </a:rPr>
              <a:t> // [2, 4, 6, 8, 10]</a:t>
            </a:r>
          </a:p>
        </p:txBody>
      </p:sp>
      <p:sp>
        <p:nvSpPr>
          <p:cNvPr id="904" name="TextBox 4"/>
          <p:cNvSpPr txBox="1"/>
          <p:nvPr/>
        </p:nvSpPr>
        <p:spPr>
          <a:xfrm>
            <a:off x="6357442" y="967539"/>
            <a:ext cx="5561214" cy="176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569CD6"/>
                </a:solidFill>
                <a:latin typeface="Consolas"/>
                <a:ea typeface="Consolas"/>
                <a:cs typeface="Consolas"/>
                <a:sym typeface="Consolas"/>
              </a:defRPr>
            </a:pPr>
            <a:r>
              <a:t>const</a:t>
            </a:r>
            <a:r>
              <a:rPr>
                <a:solidFill>
                  <a:srgbClr val="D4D4D4"/>
                </a:solidFill>
              </a:rPr>
              <a:t> </a:t>
            </a:r>
            <a:r>
              <a:rPr>
                <a:solidFill>
                  <a:srgbClr val="4FC1FF"/>
                </a:solidFill>
              </a:rPr>
              <a:t>arr</a:t>
            </a:r>
            <a:r>
              <a:rPr>
                <a:solidFill>
                  <a:srgbClr val="D4D4D4"/>
                </a:solidFill>
              </a:rPr>
              <a:t> = </a:t>
            </a:r>
            <a:r>
              <a:rPr>
                <a:solidFill>
                  <a:srgbClr val="FFD966"/>
                </a:solidFill>
              </a:rPr>
              <a:t>[</a:t>
            </a:r>
            <a:r>
              <a:rPr>
                <a:solidFill>
                  <a:srgbClr val="D4D4D4"/>
                </a:solidFill>
              </a:rPr>
              <a:t>1, 2, 3, 4, 5</a:t>
            </a:r>
            <a:r>
              <a:rPr>
                <a:solidFill>
                  <a:srgbClr val="FFD966"/>
                </a:solidFill>
              </a:rPr>
              <a:t>]</a:t>
            </a:r>
            <a:r>
              <a:rPr>
                <a:solidFill>
                  <a:srgbClr val="D4D4D4"/>
                </a:solidFill>
              </a:rPr>
              <a:t>;</a:t>
            </a:r>
            <a:endParaRPr>
              <a:solidFill>
                <a:srgbClr val="D4D4D4"/>
              </a:solidFill>
            </a:endParaRPr>
          </a:p>
          <a:p>
            <a:pPr>
              <a:defRPr>
                <a:solidFill>
                  <a:srgbClr val="4FC1FF"/>
                </a:solidFill>
                <a:latin typeface="Consolas"/>
                <a:ea typeface="Consolas"/>
                <a:cs typeface="Consolas"/>
                <a:sym typeface="Consolas"/>
              </a:defRPr>
            </a:pPr>
          </a:p>
          <a:p>
            <a:pPr>
              <a:defRPr>
                <a:solidFill>
                  <a:srgbClr val="569CD6"/>
                </a:solidFill>
                <a:latin typeface="Consolas"/>
                <a:ea typeface="Consolas"/>
                <a:cs typeface="Consolas"/>
                <a:sym typeface="Consolas"/>
              </a:defRPr>
            </a:pPr>
            <a:r>
              <a:t>const</a:t>
            </a:r>
            <a:r>
              <a:rPr>
                <a:solidFill>
                  <a:srgbClr val="D4D4D4"/>
                </a:solidFill>
              </a:rPr>
              <a:t> </a:t>
            </a:r>
            <a:r>
              <a:rPr>
                <a:solidFill>
                  <a:srgbClr val="4FC1FF"/>
                </a:solidFill>
              </a:rPr>
              <a:t>double = arr</a:t>
            </a:r>
            <a:r>
              <a:rPr>
                <a:solidFill>
                  <a:srgbClr val="D4D4D4"/>
                </a:solidFill>
              </a:rPr>
              <a:t>.</a:t>
            </a:r>
            <a:r>
              <a:rPr>
                <a:solidFill>
                  <a:srgbClr val="DCDCAA"/>
                </a:solidFill>
              </a:rPr>
              <a:t>map</a:t>
            </a:r>
            <a:r>
              <a:rPr>
                <a:solidFill>
                  <a:schemeClr val="accent3"/>
                </a:solidFill>
              </a:rPr>
              <a:t>((</a:t>
            </a:r>
            <a:r>
              <a:rPr>
                <a:solidFill>
                  <a:srgbClr val="9CDCFE"/>
                </a:solidFill>
              </a:rPr>
              <a:t>item</a:t>
            </a:r>
            <a:r>
              <a:rPr>
                <a:solidFill>
                  <a:schemeClr val="accent3"/>
                </a:solidFill>
              </a:rPr>
              <a:t>)</a:t>
            </a:r>
            <a:r>
              <a:rPr>
                <a:solidFill>
                  <a:srgbClr val="D4D4D4"/>
                </a:solidFill>
              </a:rPr>
              <a:t> </a:t>
            </a:r>
            <a:r>
              <a:t>=&gt;</a:t>
            </a:r>
            <a:r>
              <a:rPr>
                <a:solidFill>
                  <a:srgbClr val="D4D4D4"/>
                </a:solidFill>
              </a:rPr>
              <a:t> </a:t>
            </a:r>
            <a:r>
              <a:rPr>
                <a:solidFill>
                  <a:srgbClr val="9CDCFE"/>
                </a:solidFill>
              </a:rPr>
              <a:t>item * </a:t>
            </a:r>
            <a:r>
              <a:rPr>
                <a:solidFill>
                  <a:srgbClr val="D4D4D4"/>
                </a:solidFill>
              </a:rPr>
              <a:t>2</a:t>
            </a:r>
            <a:r>
              <a:rPr>
                <a:solidFill>
                  <a:schemeClr val="accent3"/>
                </a:solidFill>
              </a:rPr>
              <a:t>)</a:t>
            </a:r>
            <a:r>
              <a:rPr>
                <a:solidFill>
                  <a:srgbClr val="D4D4D4"/>
                </a:solidFill>
              </a:rPr>
              <a:t>;</a:t>
            </a:r>
            <a:endParaRPr>
              <a:solidFill>
                <a:srgbClr val="D4D4D4"/>
              </a:solidFill>
            </a:endParaRPr>
          </a:p>
          <a:p>
            <a:pPr>
              <a:defRPr>
                <a:solidFill>
                  <a:srgbClr val="D4D4D4"/>
                </a:solidFill>
                <a:latin typeface="Consolas"/>
                <a:ea typeface="Consolas"/>
                <a:cs typeface="Consolas"/>
                <a:sym typeface="Consolas"/>
              </a:defRPr>
            </a:p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4FC1FF"/>
                </a:solidFill>
              </a:rPr>
              <a:t>double</a:t>
            </a:r>
            <a:r>
              <a:rPr>
                <a:solidFill>
                  <a:schemeClr val="accent3"/>
                </a:solidFill>
              </a:rPr>
              <a:t>)</a:t>
            </a:r>
            <a:r>
              <a:rPr>
                <a:solidFill>
                  <a:srgbClr val="D4D4D4"/>
                </a:solidFill>
              </a:rPr>
              <a:t>;</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06"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07" name="Text Placeholder 1"/>
          <p:cNvSpPr txBox="1"/>
          <p:nvPr>
            <p:ph type="body" sz="quarter" idx="1"/>
          </p:nvPr>
        </p:nvSpPr>
        <p:spPr>
          <a:xfrm>
            <a:off x="457200" y="231494"/>
            <a:ext cx="3611880" cy="225706"/>
          </a:xfrm>
          <a:prstGeom prst="rect">
            <a:avLst/>
          </a:prstGeom>
        </p:spPr>
        <p:txBody>
          <a:bodyPr/>
          <a:lstStyle/>
          <a:p>
            <a:pPr/>
            <a:r>
              <a:t>Arrays</a:t>
            </a:r>
          </a:p>
        </p:txBody>
      </p:sp>
      <p:sp>
        <p:nvSpPr>
          <p:cNvPr id="908" name="Title 2"/>
          <p:cNvSpPr txBox="1"/>
          <p:nvPr>
            <p:ph type="title"/>
          </p:nvPr>
        </p:nvSpPr>
        <p:spPr>
          <a:prstGeom prst="rect">
            <a:avLst/>
          </a:prstGeom>
        </p:spPr>
        <p:txBody>
          <a:bodyPr/>
          <a:lstStyle/>
          <a:p>
            <a:pPr/>
            <a:r>
              <a:t>Filtering</a:t>
            </a:r>
          </a:p>
        </p:txBody>
      </p:sp>
      <p:sp>
        <p:nvSpPr>
          <p:cNvPr id="909" name="TextBox 4"/>
          <p:cNvSpPr txBox="1"/>
          <p:nvPr/>
        </p:nvSpPr>
        <p:spPr>
          <a:xfrm>
            <a:off x="457201" y="1059873"/>
            <a:ext cx="5423078" cy="279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rgbClr val="000066"/>
                </a:solidFill>
                <a:latin typeface="Consolas"/>
                <a:ea typeface="Consolas"/>
                <a:cs typeface="Consolas"/>
                <a:sym typeface="Consolas"/>
              </a:defRPr>
            </a:pPr>
            <a:r>
              <a:t>const</a:t>
            </a:r>
            <a:r>
              <a:rPr b="0">
                <a:solidFill>
                  <a:srgbClr val="212529"/>
                </a:solidFill>
              </a:rPr>
              <a:t> numbers </a:t>
            </a:r>
            <a:r>
              <a:rPr b="0">
                <a:solidFill>
                  <a:srgbClr val="339933"/>
                </a:solidFill>
              </a:rPr>
              <a:t>=</a:t>
            </a:r>
            <a:r>
              <a:rPr b="0">
                <a:solidFill>
                  <a:srgbClr val="212529"/>
                </a:solidFill>
              </a:rPr>
              <a:t> </a:t>
            </a:r>
            <a:r>
              <a:rPr b="0">
                <a:solidFill>
                  <a:srgbClr val="009900"/>
                </a:solidFill>
              </a:rPr>
              <a:t>[</a:t>
            </a:r>
            <a:r>
              <a:rPr b="0">
                <a:solidFill>
                  <a:srgbClr val="CC0000"/>
                </a:solidFill>
              </a:rPr>
              <a:t>1</a:t>
            </a:r>
            <a:r>
              <a:rPr b="0">
                <a:solidFill>
                  <a:srgbClr val="339933"/>
                </a:solidFill>
              </a:rPr>
              <a:t>,</a:t>
            </a:r>
            <a:r>
              <a:rPr b="0">
                <a:solidFill>
                  <a:srgbClr val="212529"/>
                </a:solidFill>
              </a:rPr>
              <a:t> </a:t>
            </a:r>
            <a:r>
              <a:rPr b="0">
                <a:solidFill>
                  <a:srgbClr val="CC0000"/>
                </a:solidFill>
              </a:rPr>
              <a:t>2</a:t>
            </a:r>
            <a:r>
              <a:rPr b="0">
                <a:solidFill>
                  <a:srgbClr val="339933"/>
                </a:solidFill>
              </a:rPr>
              <a:t>,</a:t>
            </a:r>
            <a:r>
              <a:rPr b="0">
                <a:solidFill>
                  <a:srgbClr val="212529"/>
                </a:solidFill>
              </a:rPr>
              <a:t> </a:t>
            </a:r>
            <a:r>
              <a:rPr b="0">
                <a:solidFill>
                  <a:srgbClr val="CC0000"/>
                </a:solidFill>
              </a:rPr>
              <a:t>3</a:t>
            </a:r>
            <a:r>
              <a:rPr b="0">
                <a:solidFill>
                  <a:srgbClr val="339933"/>
                </a:solidFill>
              </a:rPr>
              <a:t>,</a:t>
            </a:r>
            <a:r>
              <a:rPr b="0">
                <a:solidFill>
                  <a:srgbClr val="212529"/>
                </a:solidFill>
              </a:rPr>
              <a:t> </a:t>
            </a:r>
            <a:r>
              <a:rPr b="0">
                <a:solidFill>
                  <a:srgbClr val="CC0000"/>
                </a:solidFill>
              </a:rPr>
              <a:t>4</a:t>
            </a:r>
            <a:r>
              <a:rPr b="0">
                <a:solidFill>
                  <a:srgbClr val="339933"/>
                </a:solidFill>
              </a:rPr>
              <a:t>,</a:t>
            </a:r>
            <a:r>
              <a:rPr b="0">
                <a:solidFill>
                  <a:srgbClr val="212529"/>
                </a:solidFill>
              </a:rPr>
              <a:t> </a:t>
            </a:r>
            <a:r>
              <a:rPr b="0">
                <a:solidFill>
                  <a:srgbClr val="CC0000"/>
                </a:solidFill>
              </a:rPr>
              <a:t>5</a:t>
            </a:r>
            <a:r>
              <a:rPr b="0">
                <a:solidFill>
                  <a:srgbClr val="009900"/>
                </a:solidFill>
              </a:rPr>
              <a:t>]</a:t>
            </a:r>
            <a:r>
              <a:rPr b="0">
                <a:solidFill>
                  <a:srgbClr val="339933"/>
                </a:solidFill>
              </a:rPr>
              <a:t>;</a:t>
            </a:r>
            <a:endParaRPr>
              <a:solidFill>
                <a:srgbClr val="212529"/>
              </a:solidFill>
            </a:endParaRPr>
          </a:p>
          <a:p>
            <a:pPr>
              <a:defRPr b="1">
                <a:solidFill>
                  <a:srgbClr val="000066"/>
                </a:solidFill>
                <a:latin typeface="Consolas"/>
                <a:ea typeface="Consolas"/>
                <a:cs typeface="Consolas"/>
                <a:sym typeface="Consolas"/>
              </a:defRPr>
            </a:pPr>
            <a:r>
              <a:t>const</a:t>
            </a:r>
            <a:r>
              <a:rPr b="0">
                <a:solidFill>
                  <a:srgbClr val="212529"/>
                </a:solidFill>
              </a:rPr>
              <a:t> evenNumbers </a:t>
            </a:r>
            <a:r>
              <a:rPr b="0">
                <a:solidFill>
                  <a:srgbClr val="339933"/>
                </a:solidFill>
              </a:rPr>
              <a:t>=</a:t>
            </a:r>
            <a:r>
              <a:rPr b="0">
                <a:solidFill>
                  <a:srgbClr val="212529"/>
                </a:solidFill>
              </a:rPr>
              <a:t> </a:t>
            </a:r>
            <a:r>
              <a:rPr b="0">
                <a:solidFill>
                  <a:srgbClr val="009900"/>
                </a:solidFill>
              </a:rPr>
              <a:t>[]</a:t>
            </a:r>
            <a:r>
              <a:rPr b="0">
                <a:solidFill>
                  <a:srgbClr val="339933"/>
                </a:solidFill>
              </a:rPr>
              <a:t>;</a:t>
            </a:r>
            <a:endParaRPr>
              <a:solidFill>
                <a:srgbClr val="212529"/>
              </a:solidFill>
            </a:endParaRPr>
          </a:p>
          <a:p>
            <a:pPr>
              <a:defRPr b="1">
                <a:solidFill>
                  <a:srgbClr val="000066"/>
                </a:solidFill>
                <a:latin typeface="Consolas"/>
                <a:ea typeface="Consolas"/>
                <a:cs typeface="Consolas"/>
                <a:sym typeface="Consolas"/>
              </a:defRPr>
            </a:pPr>
            <a:r>
              <a:t>for</a:t>
            </a:r>
            <a:r>
              <a:rPr b="0">
                <a:solidFill>
                  <a:srgbClr val="212529"/>
                </a:solidFill>
              </a:rPr>
              <a:t> </a:t>
            </a:r>
            <a:r>
              <a:rPr b="0">
                <a:solidFill>
                  <a:srgbClr val="009900"/>
                </a:solidFill>
              </a:rPr>
              <a:t>(</a:t>
            </a:r>
            <a:r>
              <a:rPr b="0">
                <a:solidFill>
                  <a:srgbClr val="212529"/>
                </a:solidFill>
              </a:rPr>
              <a:t>let i </a:t>
            </a:r>
            <a:r>
              <a:rPr b="0">
                <a:solidFill>
                  <a:srgbClr val="339933"/>
                </a:solidFill>
              </a:rPr>
              <a:t>=</a:t>
            </a:r>
            <a:r>
              <a:rPr b="0">
                <a:solidFill>
                  <a:srgbClr val="212529"/>
                </a:solidFill>
              </a:rPr>
              <a:t> </a:t>
            </a:r>
            <a:r>
              <a:rPr b="0">
                <a:solidFill>
                  <a:srgbClr val="CC0000"/>
                </a:solidFill>
              </a:rPr>
              <a:t>0</a:t>
            </a:r>
            <a:r>
              <a:rPr b="0">
                <a:solidFill>
                  <a:srgbClr val="339933"/>
                </a:solidFill>
              </a:rPr>
              <a:t>;</a:t>
            </a:r>
            <a:r>
              <a:rPr b="0">
                <a:solidFill>
                  <a:srgbClr val="212529"/>
                </a:solidFill>
              </a:rPr>
              <a:t> i </a:t>
            </a:r>
            <a:r>
              <a:rPr b="0">
                <a:solidFill>
                  <a:srgbClr val="339933"/>
                </a:solidFill>
              </a:rPr>
              <a:t>&lt;</a:t>
            </a:r>
            <a:r>
              <a:rPr b="0">
                <a:solidFill>
                  <a:srgbClr val="212529"/>
                </a:solidFill>
              </a:rPr>
              <a:t> numbers.</a:t>
            </a:r>
            <a:r>
              <a:rPr b="0">
                <a:solidFill>
                  <a:srgbClr val="660066"/>
                </a:solidFill>
              </a:rPr>
              <a:t>length</a:t>
            </a:r>
            <a:r>
              <a:rPr b="0">
                <a:solidFill>
                  <a:srgbClr val="339933"/>
                </a:solidFill>
              </a:rPr>
              <a:t>;</a:t>
            </a:r>
            <a:r>
              <a:rPr b="0">
                <a:solidFill>
                  <a:srgbClr val="212529"/>
                </a:solidFill>
              </a:rPr>
              <a:t> i</a:t>
            </a:r>
            <a:r>
              <a:rPr b="0">
                <a:solidFill>
                  <a:srgbClr val="339933"/>
                </a:solidFill>
              </a:rPr>
              <a:t>++</a:t>
            </a:r>
            <a:r>
              <a:rPr b="0">
                <a:solidFill>
                  <a:srgbClr val="009900"/>
                </a:solidFill>
              </a:rPr>
              <a:t>)</a:t>
            </a:r>
            <a:r>
              <a:rPr b="0">
                <a:solidFill>
                  <a:srgbClr val="212529"/>
                </a:solidFill>
              </a:rPr>
              <a:t> </a:t>
            </a:r>
            <a:r>
              <a:rPr b="0">
                <a:solidFill>
                  <a:srgbClr val="009900"/>
                </a:solidFill>
              </a:rPr>
              <a:t>{</a:t>
            </a:r>
            <a:endParaRPr>
              <a:solidFill>
                <a:srgbClr val="212529"/>
              </a:solidFill>
            </a:endParaRPr>
          </a:p>
          <a:p>
            <a:pPr>
              <a:defRPr>
                <a:solidFill>
                  <a:srgbClr val="212529"/>
                </a:solidFill>
                <a:latin typeface="Consolas"/>
                <a:ea typeface="Consolas"/>
                <a:cs typeface="Consolas"/>
                <a:sym typeface="Consolas"/>
              </a:defRPr>
            </a:pPr>
            <a:r>
              <a:t>  </a:t>
            </a:r>
            <a:r>
              <a:rPr b="1">
                <a:solidFill>
                  <a:srgbClr val="000066"/>
                </a:solidFill>
              </a:rPr>
              <a:t>if</a:t>
            </a:r>
            <a:r>
              <a:t> </a:t>
            </a:r>
            <a:r>
              <a:rPr>
                <a:solidFill>
                  <a:srgbClr val="009900"/>
                </a:solidFill>
              </a:rPr>
              <a:t>(</a:t>
            </a:r>
            <a:r>
              <a:t>numbers</a:t>
            </a:r>
            <a:r>
              <a:rPr>
                <a:solidFill>
                  <a:srgbClr val="009900"/>
                </a:solidFill>
              </a:rPr>
              <a:t>[</a:t>
            </a:r>
            <a:r>
              <a:t>i</a:t>
            </a:r>
            <a:r>
              <a:rPr>
                <a:solidFill>
                  <a:srgbClr val="009900"/>
                </a:solidFill>
              </a:rPr>
              <a:t>]</a:t>
            </a:r>
            <a:r>
              <a:t> </a:t>
            </a:r>
            <a:r>
              <a:rPr>
                <a:solidFill>
                  <a:srgbClr val="339933"/>
                </a:solidFill>
              </a:rPr>
              <a:t>%</a:t>
            </a:r>
            <a:r>
              <a:t> </a:t>
            </a:r>
            <a:r>
              <a:rPr>
                <a:solidFill>
                  <a:srgbClr val="CC0000"/>
                </a:solidFill>
              </a:rPr>
              <a:t>2</a:t>
            </a:r>
            <a:r>
              <a:t> </a:t>
            </a:r>
            <a:r>
              <a:rPr>
                <a:solidFill>
                  <a:srgbClr val="339933"/>
                </a:solidFill>
              </a:rPr>
              <a:t>===</a:t>
            </a:r>
            <a:r>
              <a:t> </a:t>
            </a:r>
            <a:r>
              <a:rPr>
                <a:solidFill>
                  <a:srgbClr val="CC0000"/>
                </a:solidFill>
              </a:rPr>
              <a:t>0</a:t>
            </a:r>
            <a:r>
              <a:rPr>
                <a:solidFill>
                  <a:srgbClr val="009900"/>
                </a:solidFill>
              </a:rPr>
              <a:t>)</a:t>
            </a:r>
            <a:r>
              <a:t> </a:t>
            </a:r>
            <a:r>
              <a:rPr>
                <a:solidFill>
                  <a:srgbClr val="009900"/>
                </a:solidFill>
              </a:rPr>
              <a:t>{</a:t>
            </a:r>
          </a:p>
          <a:p>
            <a:pPr>
              <a:defRPr>
                <a:solidFill>
                  <a:srgbClr val="212529"/>
                </a:solidFill>
                <a:latin typeface="Consolas"/>
                <a:ea typeface="Consolas"/>
                <a:cs typeface="Consolas"/>
                <a:sym typeface="Consolas"/>
              </a:defRPr>
            </a:pPr>
            <a:r>
              <a:t>    evenNumbers.</a:t>
            </a:r>
            <a:r>
              <a:rPr>
                <a:solidFill>
                  <a:srgbClr val="660066"/>
                </a:solidFill>
              </a:rPr>
              <a:t>push</a:t>
            </a:r>
            <a:r>
              <a:rPr>
                <a:solidFill>
                  <a:srgbClr val="009900"/>
                </a:solidFill>
              </a:rPr>
              <a:t>(</a:t>
            </a:r>
            <a:r>
              <a:t>numbers</a:t>
            </a:r>
            <a:r>
              <a:rPr>
                <a:solidFill>
                  <a:srgbClr val="009900"/>
                </a:solidFill>
              </a:rPr>
              <a:t>[</a:t>
            </a:r>
            <a:r>
              <a:t>i</a:t>
            </a:r>
            <a:r>
              <a:rPr>
                <a:solidFill>
                  <a:srgbClr val="009900"/>
                </a:solidFill>
              </a:rPr>
              <a:t>])</a:t>
            </a:r>
            <a:r>
              <a:rPr>
                <a:solidFill>
                  <a:srgbClr val="339933"/>
                </a:solidFill>
              </a:rPr>
              <a:t>;</a:t>
            </a:r>
          </a:p>
          <a:p>
            <a:pPr>
              <a:defRPr>
                <a:solidFill>
                  <a:srgbClr val="212529"/>
                </a:solidFill>
                <a:latin typeface="Consolas"/>
                <a:ea typeface="Consolas"/>
                <a:cs typeface="Consolas"/>
                <a:sym typeface="Consolas"/>
              </a:defRPr>
            </a:pPr>
            <a:r>
              <a:t>  </a:t>
            </a:r>
            <a:r>
              <a:rPr>
                <a:solidFill>
                  <a:srgbClr val="009900"/>
                </a:solidFill>
              </a:rPr>
              <a:t>}</a:t>
            </a:r>
          </a:p>
          <a:p>
            <a:pPr>
              <a:defRPr>
                <a:solidFill>
                  <a:srgbClr val="009900"/>
                </a:solidFill>
                <a:latin typeface="Consolas"/>
                <a:ea typeface="Consolas"/>
                <a:cs typeface="Consolas"/>
                <a:sym typeface="Consolas"/>
              </a:defRPr>
            </a:pPr>
            <a:r>
              <a:t>}</a:t>
            </a:r>
            <a:endParaRPr>
              <a:solidFill>
                <a:srgbClr val="212529"/>
              </a:solidFill>
            </a:endParaRPr>
          </a:p>
          <a:p>
            <a:pPr>
              <a:defRPr>
                <a:solidFill>
                  <a:srgbClr val="212529"/>
                </a:solidFill>
                <a:latin typeface="Consolas"/>
                <a:ea typeface="Consolas"/>
                <a:cs typeface="Consolas"/>
                <a:sym typeface="Consolas"/>
              </a:defRPr>
            </a:pPr>
          </a:p>
          <a:p>
            <a:pPr>
              <a:defRPr>
                <a:solidFill>
                  <a:srgbClr val="212529"/>
                </a:solidFill>
                <a:latin typeface="Consolas"/>
                <a:ea typeface="Consolas"/>
                <a:cs typeface="Consolas"/>
                <a:sym typeface="Consolas"/>
              </a:defRPr>
            </a:pPr>
            <a:r>
              <a:t>console.</a:t>
            </a:r>
            <a:r>
              <a:rPr>
                <a:solidFill>
                  <a:srgbClr val="660066"/>
                </a:solidFill>
              </a:rPr>
              <a:t>log</a:t>
            </a:r>
            <a:r>
              <a:rPr>
                <a:solidFill>
                  <a:srgbClr val="009900"/>
                </a:solidFill>
              </a:rPr>
              <a:t>(</a:t>
            </a:r>
            <a:r>
              <a:t>evenNumbers</a:t>
            </a:r>
            <a:r>
              <a:rPr>
                <a:solidFill>
                  <a:srgbClr val="009900"/>
                </a:solidFill>
              </a:rPr>
              <a:t>)</a:t>
            </a:r>
            <a:r>
              <a:rPr>
                <a:solidFill>
                  <a:srgbClr val="339933"/>
                </a:solidFill>
              </a:rPr>
              <a:t>;</a:t>
            </a:r>
            <a:r>
              <a:t> </a:t>
            </a:r>
            <a:r>
              <a:rPr i="1">
                <a:solidFill>
                  <a:srgbClr val="006600"/>
                </a:solidFill>
              </a:rPr>
              <a:t>// [2, 4]</a:t>
            </a:r>
          </a:p>
        </p:txBody>
      </p:sp>
      <p:sp>
        <p:nvSpPr>
          <p:cNvPr id="910" name="TextBox 5"/>
          <p:cNvSpPr txBox="1"/>
          <p:nvPr/>
        </p:nvSpPr>
        <p:spPr>
          <a:xfrm>
            <a:off x="6357442" y="1020292"/>
            <a:ext cx="5561214" cy="2047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569CD6"/>
                </a:solidFill>
                <a:latin typeface="Consolas"/>
                <a:ea typeface="Consolas"/>
                <a:cs typeface="Consolas"/>
                <a:sym typeface="Consolas"/>
              </a:defRPr>
            </a:pPr>
            <a:r>
              <a:t>const</a:t>
            </a:r>
            <a:r>
              <a:rPr>
                <a:solidFill>
                  <a:srgbClr val="D4D4D4"/>
                </a:solidFill>
              </a:rPr>
              <a:t> </a:t>
            </a:r>
            <a:r>
              <a:rPr>
                <a:solidFill>
                  <a:srgbClr val="4FC1FF"/>
                </a:solidFill>
              </a:rPr>
              <a:t>numbers</a:t>
            </a:r>
            <a:r>
              <a:rPr>
                <a:solidFill>
                  <a:srgbClr val="D4D4D4"/>
                </a:solidFill>
              </a:rPr>
              <a:t> = </a:t>
            </a:r>
            <a:r>
              <a:rPr>
                <a:solidFill>
                  <a:srgbClr val="FFD966"/>
                </a:solidFill>
              </a:rPr>
              <a:t>[</a:t>
            </a:r>
            <a:r>
              <a:rPr>
                <a:solidFill>
                  <a:srgbClr val="D4D4D4"/>
                </a:solidFill>
              </a:rPr>
              <a:t>1, 2, 3, 4, 5</a:t>
            </a:r>
            <a:r>
              <a:rPr>
                <a:solidFill>
                  <a:srgbClr val="FFD966"/>
                </a:solidFill>
              </a:rPr>
              <a:t>]</a:t>
            </a:r>
            <a:r>
              <a:rPr>
                <a:solidFill>
                  <a:srgbClr val="D4D4D4"/>
                </a:solidFill>
              </a:rPr>
              <a:t>;</a:t>
            </a:r>
            <a:endParaRPr>
              <a:solidFill>
                <a:srgbClr val="D4D4D4"/>
              </a:solidFill>
            </a:endParaRPr>
          </a:p>
          <a:p>
            <a:pPr>
              <a:defRPr>
                <a:solidFill>
                  <a:srgbClr val="4FC1FF"/>
                </a:solidFill>
                <a:latin typeface="Consolas"/>
                <a:ea typeface="Consolas"/>
                <a:cs typeface="Consolas"/>
                <a:sym typeface="Consolas"/>
              </a:defRPr>
            </a:pPr>
          </a:p>
          <a:p>
            <a:pPr>
              <a:defRPr>
                <a:solidFill>
                  <a:srgbClr val="569CD6"/>
                </a:solidFill>
                <a:latin typeface="Consolas"/>
                <a:ea typeface="Consolas"/>
                <a:cs typeface="Consolas"/>
                <a:sym typeface="Consolas"/>
              </a:defRPr>
            </a:pPr>
            <a:r>
              <a:t>const</a:t>
            </a:r>
            <a:r>
              <a:rPr>
                <a:solidFill>
                  <a:srgbClr val="D4D4D4"/>
                </a:solidFill>
              </a:rPr>
              <a:t> </a:t>
            </a:r>
            <a:r>
              <a:rPr>
                <a:solidFill>
                  <a:srgbClr val="4FC1FF"/>
                </a:solidFill>
              </a:rPr>
              <a:t>evens = numbers</a:t>
            </a:r>
            <a:r>
              <a:rPr>
                <a:solidFill>
                  <a:srgbClr val="D4D4D4"/>
                </a:solidFill>
              </a:rPr>
              <a:t>.</a:t>
            </a:r>
            <a:r>
              <a:rPr>
                <a:solidFill>
                  <a:srgbClr val="DCDCAA"/>
                </a:solidFill>
              </a:rPr>
              <a:t>filter</a:t>
            </a:r>
            <a:r>
              <a:rPr>
                <a:solidFill>
                  <a:schemeClr val="accent3"/>
                </a:solidFill>
              </a:rPr>
              <a:t>(</a:t>
            </a:r>
            <a:endParaRPr>
              <a:solidFill>
                <a:srgbClr val="D4D4D4"/>
              </a:solidFill>
            </a:endParaRPr>
          </a:p>
          <a:p>
            <a:pPr>
              <a:defRPr>
                <a:solidFill>
                  <a:srgbClr val="D4D4D4"/>
                </a:solidFill>
                <a:latin typeface="Consolas"/>
                <a:ea typeface="Consolas"/>
                <a:cs typeface="Consolas"/>
                <a:sym typeface="Consolas"/>
              </a:defRPr>
            </a:pPr>
            <a:r>
              <a:t>  </a:t>
            </a:r>
            <a:r>
              <a:rPr>
                <a:solidFill>
                  <a:schemeClr val="accent3"/>
                </a:solidFill>
              </a:rPr>
              <a:t>(</a:t>
            </a:r>
            <a:r>
              <a:rPr>
                <a:solidFill>
                  <a:srgbClr val="9CDCFE"/>
                </a:solidFill>
              </a:rPr>
              <a:t>item</a:t>
            </a:r>
            <a:r>
              <a:rPr>
                <a:solidFill>
                  <a:schemeClr val="accent3"/>
                </a:solidFill>
              </a:rPr>
              <a:t>)</a:t>
            </a:r>
            <a:r>
              <a:t> </a:t>
            </a:r>
            <a:r>
              <a:rPr>
                <a:solidFill>
                  <a:srgbClr val="569CD6"/>
                </a:solidFill>
              </a:rPr>
              <a:t>=&gt;</a:t>
            </a:r>
            <a:r>
              <a:t> </a:t>
            </a:r>
            <a:r>
              <a:rPr>
                <a:solidFill>
                  <a:srgbClr val="9CDCFE"/>
                </a:solidFill>
              </a:rPr>
              <a:t>item % </a:t>
            </a:r>
            <a:r>
              <a:t>2 === 0</a:t>
            </a:r>
          </a:p>
          <a:p>
            <a:pPr>
              <a:defRPr>
                <a:solidFill>
                  <a:schemeClr val="accent3"/>
                </a:solidFill>
                <a:latin typeface="Consolas"/>
                <a:ea typeface="Consolas"/>
                <a:cs typeface="Consolas"/>
                <a:sym typeface="Consolas"/>
              </a:defRPr>
            </a:pPr>
            <a:r>
              <a:t>)</a:t>
            </a:r>
            <a:r>
              <a:rPr>
                <a:solidFill>
                  <a:srgbClr val="D4D4D4"/>
                </a:solidFill>
              </a:rPr>
              <a:t>;</a:t>
            </a:r>
            <a:endParaRPr>
              <a:solidFill>
                <a:srgbClr val="D4D4D4"/>
              </a:solidFill>
            </a:endParaRPr>
          </a:p>
          <a:p>
            <a:pPr>
              <a:defRPr>
                <a:solidFill>
                  <a:srgbClr val="D4D4D4"/>
                </a:solidFill>
                <a:latin typeface="Consolas"/>
                <a:ea typeface="Consolas"/>
                <a:cs typeface="Consolas"/>
                <a:sym typeface="Consolas"/>
              </a:defRPr>
            </a:p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4FC1FF"/>
                </a:solidFill>
              </a:rPr>
              <a:t>evens</a:t>
            </a:r>
            <a:r>
              <a:rPr>
                <a:solidFill>
                  <a:schemeClr val="accent3"/>
                </a:solidFill>
              </a:rPr>
              <a:t>)</a:t>
            </a:r>
            <a:r>
              <a:rPr>
                <a:solidFill>
                  <a:srgbClr val="D4D4D4"/>
                </a:solidFill>
              </a:rPr>
              <a:t>;</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2"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13" name="Text Placeholder 1"/>
          <p:cNvSpPr txBox="1"/>
          <p:nvPr>
            <p:ph type="body" sz="quarter" idx="1"/>
          </p:nvPr>
        </p:nvSpPr>
        <p:spPr>
          <a:xfrm>
            <a:off x="457200" y="231494"/>
            <a:ext cx="3611880" cy="225706"/>
          </a:xfrm>
          <a:prstGeom prst="rect">
            <a:avLst/>
          </a:prstGeom>
        </p:spPr>
        <p:txBody>
          <a:bodyPr/>
          <a:lstStyle/>
          <a:p>
            <a:pPr/>
            <a:r>
              <a:t>Arrays</a:t>
            </a:r>
          </a:p>
        </p:txBody>
      </p:sp>
      <p:sp>
        <p:nvSpPr>
          <p:cNvPr id="914" name="Title 2"/>
          <p:cNvSpPr txBox="1"/>
          <p:nvPr>
            <p:ph type="title"/>
          </p:nvPr>
        </p:nvSpPr>
        <p:spPr>
          <a:prstGeom prst="rect">
            <a:avLst/>
          </a:prstGeom>
        </p:spPr>
        <p:txBody>
          <a:bodyPr/>
          <a:lstStyle/>
          <a:p>
            <a:pPr/>
            <a:r>
              <a:t>Accumulating</a:t>
            </a:r>
          </a:p>
        </p:txBody>
      </p:sp>
      <p:sp>
        <p:nvSpPr>
          <p:cNvPr id="915" name="TextBox 3"/>
          <p:cNvSpPr txBox="1"/>
          <p:nvPr/>
        </p:nvSpPr>
        <p:spPr>
          <a:xfrm>
            <a:off x="457201" y="1059873"/>
            <a:ext cx="5423078" cy="2514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a:solidFill>
                  <a:srgbClr val="000066"/>
                </a:solidFill>
                <a:latin typeface="Consolas"/>
                <a:ea typeface="Consolas"/>
                <a:cs typeface="Consolas"/>
                <a:sym typeface="Consolas"/>
              </a:defRPr>
            </a:pPr>
            <a:r>
              <a:t>const</a:t>
            </a:r>
            <a:r>
              <a:rPr b="0">
                <a:solidFill>
                  <a:srgbClr val="212529"/>
                </a:solidFill>
              </a:rPr>
              <a:t> numbers </a:t>
            </a:r>
            <a:r>
              <a:rPr b="0">
                <a:solidFill>
                  <a:srgbClr val="339933"/>
                </a:solidFill>
              </a:rPr>
              <a:t>=</a:t>
            </a:r>
            <a:r>
              <a:rPr b="0">
                <a:solidFill>
                  <a:srgbClr val="212529"/>
                </a:solidFill>
              </a:rPr>
              <a:t> </a:t>
            </a:r>
            <a:r>
              <a:rPr b="0">
                <a:solidFill>
                  <a:srgbClr val="009900"/>
                </a:solidFill>
              </a:rPr>
              <a:t>[</a:t>
            </a:r>
            <a:r>
              <a:rPr b="0">
                <a:solidFill>
                  <a:srgbClr val="CC0000"/>
                </a:solidFill>
              </a:rPr>
              <a:t>1</a:t>
            </a:r>
            <a:r>
              <a:rPr b="0">
                <a:solidFill>
                  <a:srgbClr val="339933"/>
                </a:solidFill>
              </a:rPr>
              <a:t>,</a:t>
            </a:r>
            <a:r>
              <a:rPr b="0">
                <a:solidFill>
                  <a:srgbClr val="212529"/>
                </a:solidFill>
              </a:rPr>
              <a:t> </a:t>
            </a:r>
            <a:r>
              <a:rPr b="0">
                <a:solidFill>
                  <a:srgbClr val="CC0000"/>
                </a:solidFill>
              </a:rPr>
              <a:t>2</a:t>
            </a:r>
            <a:r>
              <a:rPr b="0">
                <a:solidFill>
                  <a:srgbClr val="339933"/>
                </a:solidFill>
              </a:rPr>
              <a:t>,</a:t>
            </a:r>
            <a:r>
              <a:rPr b="0">
                <a:solidFill>
                  <a:srgbClr val="212529"/>
                </a:solidFill>
              </a:rPr>
              <a:t> </a:t>
            </a:r>
            <a:r>
              <a:rPr b="0">
                <a:solidFill>
                  <a:srgbClr val="CC0000"/>
                </a:solidFill>
              </a:rPr>
              <a:t>3</a:t>
            </a:r>
            <a:r>
              <a:rPr b="0">
                <a:solidFill>
                  <a:srgbClr val="339933"/>
                </a:solidFill>
              </a:rPr>
              <a:t>,</a:t>
            </a:r>
            <a:r>
              <a:rPr b="0">
                <a:solidFill>
                  <a:srgbClr val="212529"/>
                </a:solidFill>
              </a:rPr>
              <a:t> </a:t>
            </a:r>
            <a:r>
              <a:rPr b="0">
                <a:solidFill>
                  <a:srgbClr val="CC0000"/>
                </a:solidFill>
              </a:rPr>
              <a:t>4</a:t>
            </a:r>
            <a:r>
              <a:rPr b="0">
                <a:solidFill>
                  <a:srgbClr val="339933"/>
                </a:solidFill>
              </a:rPr>
              <a:t>,</a:t>
            </a:r>
            <a:r>
              <a:rPr b="0">
                <a:solidFill>
                  <a:srgbClr val="212529"/>
                </a:solidFill>
              </a:rPr>
              <a:t> </a:t>
            </a:r>
            <a:r>
              <a:rPr b="0">
                <a:solidFill>
                  <a:srgbClr val="CC0000"/>
                </a:solidFill>
              </a:rPr>
              <a:t>5</a:t>
            </a:r>
            <a:r>
              <a:rPr b="0">
                <a:solidFill>
                  <a:srgbClr val="009900"/>
                </a:solidFill>
              </a:rPr>
              <a:t>]</a:t>
            </a:r>
            <a:r>
              <a:rPr b="0">
                <a:solidFill>
                  <a:srgbClr val="339933"/>
                </a:solidFill>
              </a:rPr>
              <a:t>;</a:t>
            </a:r>
            <a:endParaRPr b="0">
              <a:solidFill>
                <a:srgbClr val="339933"/>
              </a:solidFill>
            </a:endParaRPr>
          </a:p>
          <a:p>
            <a:pPr>
              <a:defRPr>
                <a:solidFill>
                  <a:srgbClr val="212529"/>
                </a:solidFill>
                <a:latin typeface="Consolas"/>
                <a:ea typeface="Consolas"/>
                <a:cs typeface="Consolas"/>
                <a:sym typeface="Consolas"/>
              </a:defRPr>
            </a:pPr>
          </a:p>
          <a:p>
            <a:pPr>
              <a:defRPr b="1">
                <a:solidFill>
                  <a:srgbClr val="000066"/>
                </a:solidFill>
                <a:latin typeface="Consolas"/>
                <a:ea typeface="Consolas"/>
                <a:cs typeface="Consolas"/>
                <a:sym typeface="Consolas"/>
              </a:defRPr>
            </a:pPr>
            <a:r>
              <a:t>let</a:t>
            </a:r>
            <a:r>
              <a:rPr b="0">
                <a:solidFill>
                  <a:srgbClr val="212529"/>
                </a:solidFill>
              </a:rPr>
              <a:t> total </a:t>
            </a:r>
            <a:r>
              <a:rPr b="0">
                <a:solidFill>
                  <a:srgbClr val="339933"/>
                </a:solidFill>
              </a:rPr>
              <a:t>=</a:t>
            </a:r>
            <a:r>
              <a:rPr b="0">
                <a:solidFill>
                  <a:srgbClr val="212529"/>
                </a:solidFill>
              </a:rPr>
              <a:t> </a:t>
            </a:r>
            <a:r>
              <a:rPr b="0">
                <a:solidFill>
                  <a:srgbClr val="CC0000"/>
                </a:solidFill>
              </a:rPr>
              <a:t>0</a:t>
            </a:r>
            <a:r>
              <a:rPr b="0">
                <a:solidFill>
                  <a:srgbClr val="339933"/>
                </a:solidFill>
              </a:rPr>
              <a:t>;</a:t>
            </a:r>
            <a:endParaRPr>
              <a:solidFill>
                <a:srgbClr val="212529"/>
              </a:solidFill>
            </a:endParaRPr>
          </a:p>
          <a:p>
            <a:pPr>
              <a:defRPr b="1">
                <a:solidFill>
                  <a:srgbClr val="000066"/>
                </a:solidFill>
                <a:latin typeface="Consolas"/>
                <a:ea typeface="Consolas"/>
                <a:cs typeface="Consolas"/>
                <a:sym typeface="Consolas"/>
              </a:defRPr>
            </a:pPr>
            <a:r>
              <a:t>for</a:t>
            </a:r>
            <a:r>
              <a:rPr b="0">
                <a:solidFill>
                  <a:srgbClr val="212529"/>
                </a:solidFill>
              </a:rPr>
              <a:t> </a:t>
            </a:r>
            <a:r>
              <a:rPr b="0">
                <a:solidFill>
                  <a:srgbClr val="009900"/>
                </a:solidFill>
              </a:rPr>
              <a:t>(</a:t>
            </a:r>
            <a:r>
              <a:rPr b="0">
                <a:solidFill>
                  <a:srgbClr val="212529"/>
                </a:solidFill>
              </a:rPr>
              <a:t>let i </a:t>
            </a:r>
            <a:r>
              <a:rPr b="0">
                <a:solidFill>
                  <a:srgbClr val="339933"/>
                </a:solidFill>
              </a:rPr>
              <a:t>=</a:t>
            </a:r>
            <a:r>
              <a:rPr b="0">
                <a:solidFill>
                  <a:srgbClr val="212529"/>
                </a:solidFill>
              </a:rPr>
              <a:t> </a:t>
            </a:r>
            <a:r>
              <a:rPr b="0">
                <a:solidFill>
                  <a:srgbClr val="CC0000"/>
                </a:solidFill>
              </a:rPr>
              <a:t>0</a:t>
            </a:r>
            <a:r>
              <a:rPr b="0">
                <a:solidFill>
                  <a:srgbClr val="339933"/>
                </a:solidFill>
              </a:rPr>
              <a:t>;</a:t>
            </a:r>
            <a:r>
              <a:rPr b="0">
                <a:solidFill>
                  <a:srgbClr val="212529"/>
                </a:solidFill>
              </a:rPr>
              <a:t> i </a:t>
            </a:r>
            <a:r>
              <a:rPr b="0">
                <a:solidFill>
                  <a:srgbClr val="339933"/>
                </a:solidFill>
              </a:rPr>
              <a:t>&lt;</a:t>
            </a:r>
            <a:r>
              <a:rPr b="0">
                <a:solidFill>
                  <a:srgbClr val="212529"/>
                </a:solidFill>
              </a:rPr>
              <a:t> numbers.</a:t>
            </a:r>
            <a:r>
              <a:rPr b="0">
                <a:solidFill>
                  <a:srgbClr val="660066"/>
                </a:solidFill>
              </a:rPr>
              <a:t>length</a:t>
            </a:r>
            <a:r>
              <a:rPr b="0">
                <a:solidFill>
                  <a:srgbClr val="339933"/>
                </a:solidFill>
              </a:rPr>
              <a:t>;</a:t>
            </a:r>
            <a:r>
              <a:rPr b="0">
                <a:solidFill>
                  <a:srgbClr val="212529"/>
                </a:solidFill>
              </a:rPr>
              <a:t> i</a:t>
            </a:r>
            <a:r>
              <a:rPr b="0">
                <a:solidFill>
                  <a:srgbClr val="339933"/>
                </a:solidFill>
              </a:rPr>
              <a:t>++</a:t>
            </a:r>
            <a:r>
              <a:rPr b="0">
                <a:solidFill>
                  <a:srgbClr val="009900"/>
                </a:solidFill>
              </a:rPr>
              <a:t>)</a:t>
            </a:r>
            <a:r>
              <a:rPr b="0">
                <a:solidFill>
                  <a:srgbClr val="212529"/>
                </a:solidFill>
              </a:rPr>
              <a:t> </a:t>
            </a:r>
            <a:r>
              <a:rPr b="0">
                <a:solidFill>
                  <a:srgbClr val="009900"/>
                </a:solidFill>
              </a:rPr>
              <a:t>{</a:t>
            </a:r>
            <a:endParaRPr b="0">
              <a:solidFill>
                <a:srgbClr val="009900"/>
              </a:solidFill>
            </a:endParaRPr>
          </a:p>
          <a:p>
            <a:pPr>
              <a:defRPr>
                <a:solidFill>
                  <a:srgbClr val="009900"/>
                </a:solidFill>
                <a:latin typeface="Consolas"/>
                <a:ea typeface="Consolas"/>
                <a:cs typeface="Consolas"/>
                <a:sym typeface="Consolas"/>
              </a:defRPr>
            </a:pPr>
            <a:r>
              <a:t>  </a:t>
            </a:r>
            <a:r>
              <a:rPr>
                <a:solidFill>
                  <a:srgbClr val="212529"/>
                </a:solidFill>
              </a:rPr>
              <a:t>total </a:t>
            </a:r>
            <a:r>
              <a:rPr>
                <a:solidFill>
                  <a:srgbClr val="339933"/>
                </a:solidFill>
              </a:rPr>
              <a:t>+=</a:t>
            </a:r>
            <a:r>
              <a:rPr>
                <a:solidFill>
                  <a:srgbClr val="212529"/>
                </a:solidFill>
              </a:rPr>
              <a:t> numbers</a:t>
            </a:r>
            <a:r>
              <a:t>[</a:t>
            </a:r>
            <a:r>
              <a:rPr>
                <a:solidFill>
                  <a:srgbClr val="212529"/>
                </a:solidFill>
              </a:rPr>
              <a:t>i</a:t>
            </a:r>
            <a:r>
              <a:t>]</a:t>
            </a:r>
            <a:r>
              <a:rPr>
                <a:solidFill>
                  <a:srgbClr val="339933"/>
                </a:solidFill>
              </a:rPr>
              <a:t>;</a:t>
            </a:r>
            <a:endParaRPr>
              <a:solidFill>
                <a:srgbClr val="212529"/>
              </a:solidFill>
            </a:endParaRPr>
          </a:p>
          <a:p>
            <a:pPr>
              <a:defRPr>
                <a:solidFill>
                  <a:srgbClr val="009900"/>
                </a:solidFill>
                <a:latin typeface="Consolas"/>
                <a:ea typeface="Consolas"/>
                <a:cs typeface="Consolas"/>
                <a:sym typeface="Consolas"/>
              </a:defRPr>
            </a:pPr>
            <a:r>
              <a:t>}</a:t>
            </a:r>
            <a:endParaRPr>
              <a:solidFill>
                <a:srgbClr val="212529"/>
              </a:solidFill>
            </a:endParaRPr>
          </a:p>
          <a:p>
            <a:pPr>
              <a:defRPr>
                <a:solidFill>
                  <a:srgbClr val="212529"/>
                </a:solidFill>
                <a:latin typeface="Consolas"/>
                <a:ea typeface="Consolas"/>
                <a:cs typeface="Consolas"/>
                <a:sym typeface="Consolas"/>
              </a:defRPr>
            </a:pPr>
          </a:p>
          <a:p>
            <a:pPr>
              <a:defRPr>
                <a:solidFill>
                  <a:srgbClr val="212529"/>
                </a:solidFill>
                <a:latin typeface="Consolas"/>
                <a:ea typeface="Consolas"/>
                <a:cs typeface="Consolas"/>
                <a:sym typeface="Consolas"/>
              </a:defRPr>
            </a:pPr>
            <a:r>
              <a:t>console.</a:t>
            </a:r>
            <a:r>
              <a:rPr>
                <a:solidFill>
                  <a:srgbClr val="660066"/>
                </a:solidFill>
              </a:rPr>
              <a:t>log</a:t>
            </a:r>
            <a:r>
              <a:rPr>
                <a:solidFill>
                  <a:srgbClr val="009900"/>
                </a:solidFill>
              </a:rPr>
              <a:t>(</a:t>
            </a:r>
            <a:r>
              <a:t>total</a:t>
            </a:r>
            <a:r>
              <a:rPr>
                <a:solidFill>
                  <a:srgbClr val="009900"/>
                </a:solidFill>
              </a:rPr>
              <a:t>)</a:t>
            </a:r>
            <a:r>
              <a:rPr>
                <a:solidFill>
                  <a:srgbClr val="339933"/>
                </a:solidFill>
              </a:rPr>
              <a:t>;</a:t>
            </a:r>
            <a:r>
              <a:t> </a:t>
            </a:r>
            <a:r>
              <a:rPr i="1">
                <a:solidFill>
                  <a:srgbClr val="006600"/>
                </a:solidFill>
              </a:rPr>
              <a:t>// 15</a:t>
            </a:r>
          </a:p>
        </p:txBody>
      </p:sp>
      <p:sp>
        <p:nvSpPr>
          <p:cNvPr id="916" name="TextBox 4"/>
          <p:cNvSpPr txBox="1"/>
          <p:nvPr/>
        </p:nvSpPr>
        <p:spPr>
          <a:xfrm>
            <a:off x="6357442" y="1020708"/>
            <a:ext cx="5561214" cy="2326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a:solidFill>
                  <a:srgbClr val="569CD6"/>
                </a:solidFill>
                <a:latin typeface="Consolas"/>
                <a:ea typeface="Consolas"/>
                <a:cs typeface="Consolas"/>
                <a:sym typeface="Consolas"/>
              </a:defRPr>
            </a:pPr>
            <a:r>
              <a:t>const</a:t>
            </a:r>
            <a:r>
              <a:rPr>
                <a:solidFill>
                  <a:srgbClr val="D4D4D4"/>
                </a:solidFill>
              </a:rPr>
              <a:t> </a:t>
            </a:r>
            <a:r>
              <a:rPr>
                <a:solidFill>
                  <a:srgbClr val="4FC1FF"/>
                </a:solidFill>
              </a:rPr>
              <a:t>numbers</a:t>
            </a:r>
            <a:r>
              <a:rPr>
                <a:solidFill>
                  <a:srgbClr val="D4D4D4"/>
                </a:solidFill>
              </a:rPr>
              <a:t> = </a:t>
            </a:r>
            <a:r>
              <a:rPr>
                <a:solidFill>
                  <a:srgbClr val="FFD966"/>
                </a:solidFill>
              </a:rPr>
              <a:t>[</a:t>
            </a:r>
            <a:r>
              <a:rPr>
                <a:solidFill>
                  <a:srgbClr val="D4D4D4"/>
                </a:solidFill>
              </a:rPr>
              <a:t>1, 2, 3, 4, 5</a:t>
            </a:r>
            <a:r>
              <a:rPr>
                <a:solidFill>
                  <a:srgbClr val="FFD966"/>
                </a:solidFill>
              </a:rPr>
              <a:t>]</a:t>
            </a:r>
            <a:r>
              <a:rPr>
                <a:solidFill>
                  <a:srgbClr val="D4D4D4"/>
                </a:solidFill>
              </a:rPr>
              <a:t>;</a:t>
            </a:r>
            <a:endParaRPr>
              <a:solidFill>
                <a:srgbClr val="D4D4D4"/>
              </a:solidFill>
            </a:endParaRPr>
          </a:p>
          <a:p>
            <a:pPr>
              <a:defRPr>
                <a:solidFill>
                  <a:srgbClr val="4FC1FF"/>
                </a:solidFill>
                <a:latin typeface="Consolas"/>
                <a:ea typeface="Consolas"/>
                <a:cs typeface="Consolas"/>
                <a:sym typeface="Consolas"/>
              </a:defRPr>
            </a:pPr>
          </a:p>
          <a:p>
            <a:pPr>
              <a:defRPr>
                <a:solidFill>
                  <a:srgbClr val="569CD6"/>
                </a:solidFill>
                <a:latin typeface="Consolas"/>
                <a:ea typeface="Consolas"/>
                <a:cs typeface="Consolas"/>
                <a:sym typeface="Consolas"/>
              </a:defRPr>
            </a:pPr>
            <a:r>
              <a:t>const</a:t>
            </a:r>
            <a:r>
              <a:rPr>
                <a:solidFill>
                  <a:srgbClr val="D4D4D4"/>
                </a:solidFill>
              </a:rPr>
              <a:t> </a:t>
            </a:r>
            <a:r>
              <a:rPr>
                <a:solidFill>
                  <a:srgbClr val="4FC1FF"/>
                </a:solidFill>
              </a:rPr>
              <a:t>total = numbers</a:t>
            </a:r>
            <a:r>
              <a:rPr>
                <a:solidFill>
                  <a:srgbClr val="D4D4D4"/>
                </a:solidFill>
              </a:rPr>
              <a:t>.</a:t>
            </a:r>
            <a:r>
              <a:rPr>
                <a:solidFill>
                  <a:srgbClr val="DCDCAA"/>
                </a:solidFill>
              </a:rPr>
              <a:t>reduce</a:t>
            </a:r>
            <a:r>
              <a:rPr>
                <a:solidFill>
                  <a:schemeClr val="accent3"/>
                </a:solidFill>
              </a:rPr>
              <a:t>(</a:t>
            </a:r>
            <a:endParaRPr>
              <a:solidFill>
                <a:srgbClr val="D4D4D4"/>
              </a:solidFill>
            </a:endParaRPr>
          </a:p>
          <a:p>
            <a:pPr>
              <a:defRPr>
                <a:solidFill>
                  <a:srgbClr val="D4D4D4"/>
                </a:solidFill>
                <a:latin typeface="Consolas"/>
                <a:ea typeface="Consolas"/>
                <a:cs typeface="Consolas"/>
                <a:sym typeface="Consolas"/>
              </a:defRPr>
            </a:pPr>
            <a:r>
              <a:t>  </a:t>
            </a:r>
            <a:r>
              <a:rPr>
                <a:solidFill>
                  <a:schemeClr val="accent3"/>
                </a:solidFill>
              </a:rPr>
              <a:t>(</a:t>
            </a:r>
            <a:r>
              <a:rPr>
                <a:solidFill>
                  <a:srgbClr val="9CDCFE"/>
                </a:solidFill>
              </a:rPr>
              <a:t>subTotal, item</a:t>
            </a:r>
            <a:r>
              <a:rPr>
                <a:solidFill>
                  <a:schemeClr val="accent3"/>
                </a:solidFill>
              </a:rPr>
              <a:t>)</a:t>
            </a:r>
            <a:r>
              <a:t> </a:t>
            </a:r>
            <a:r>
              <a:rPr>
                <a:solidFill>
                  <a:srgbClr val="569CD6"/>
                </a:solidFill>
              </a:rPr>
              <a:t>=&gt;</a:t>
            </a:r>
            <a:r>
              <a:t> </a:t>
            </a:r>
            <a:r>
              <a:rPr>
                <a:solidFill>
                  <a:srgbClr val="9CDCFE"/>
                </a:solidFill>
              </a:rPr>
              <a:t>subTotal </a:t>
            </a:r>
            <a:r>
              <a:t>+</a:t>
            </a:r>
            <a:r>
              <a:rPr>
                <a:solidFill>
                  <a:srgbClr val="9CDCFE"/>
                </a:solidFill>
              </a:rPr>
              <a:t> item</a:t>
            </a:r>
            <a:r>
              <a:t>,</a:t>
            </a:r>
          </a:p>
          <a:p>
            <a:pPr>
              <a:defRPr>
                <a:solidFill>
                  <a:srgbClr val="D4D4D4"/>
                </a:solidFill>
                <a:latin typeface="Consolas"/>
                <a:ea typeface="Consolas"/>
                <a:cs typeface="Consolas"/>
                <a:sym typeface="Consolas"/>
              </a:defRPr>
            </a:pPr>
            <a:r>
              <a:t>  0</a:t>
            </a:r>
          </a:p>
          <a:p>
            <a:pPr>
              <a:defRPr>
                <a:solidFill>
                  <a:schemeClr val="accent3"/>
                </a:solidFill>
                <a:latin typeface="Consolas"/>
                <a:ea typeface="Consolas"/>
                <a:cs typeface="Consolas"/>
                <a:sym typeface="Consolas"/>
              </a:defRPr>
            </a:pPr>
            <a:r>
              <a:t>)</a:t>
            </a:r>
            <a:r>
              <a:rPr>
                <a:solidFill>
                  <a:srgbClr val="D4D4D4"/>
                </a:solidFill>
              </a:rPr>
              <a:t>;</a:t>
            </a:r>
            <a:endParaRPr>
              <a:solidFill>
                <a:srgbClr val="D4D4D4"/>
              </a:solidFill>
            </a:endParaRPr>
          </a:p>
          <a:p>
            <a:pPr>
              <a:defRPr>
                <a:solidFill>
                  <a:srgbClr val="D4D4D4"/>
                </a:solidFill>
                <a:latin typeface="Consolas"/>
                <a:ea typeface="Consolas"/>
                <a:cs typeface="Consolas"/>
                <a:sym typeface="Consolas"/>
              </a:defRPr>
            </a:pPr>
          </a:p>
          <a:p>
            <a:pPr>
              <a:defRPr>
                <a:solidFill>
                  <a:srgbClr val="9CDCFE"/>
                </a:solidFill>
                <a:latin typeface="Consolas"/>
                <a:ea typeface="Consolas"/>
                <a:cs typeface="Consolas"/>
                <a:sym typeface="Consolas"/>
              </a:defRPr>
            </a:pPr>
            <a:r>
              <a:t>console</a:t>
            </a:r>
            <a:r>
              <a:rPr>
                <a:solidFill>
                  <a:srgbClr val="D4D4D4"/>
                </a:solidFill>
              </a:rPr>
              <a:t>.</a:t>
            </a:r>
            <a:r>
              <a:rPr>
                <a:solidFill>
                  <a:srgbClr val="DCDCAA"/>
                </a:solidFill>
              </a:rPr>
              <a:t>log</a:t>
            </a:r>
            <a:r>
              <a:rPr>
                <a:solidFill>
                  <a:schemeClr val="accent3"/>
                </a:solidFill>
              </a:rPr>
              <a:t>(</a:t>
            </a:r>
            <a:r>
              <a:rPr>
                <a:solidFill>
                  <a:srgbClr val="4FC1FF"/>
                </a:solidFill>
              </a:rPr>
              <a:t>total</a:t>
            </a:r>
            <a:r>
              <a:rPr>
                <a:solidFill>
                  <a:schemeClr val="accent3"/>
                </a:solidFill>
              </a:rPr>
              <a:t>)</a:t>
            </a:r>
            <a:r>
              <a:rPr>
                <a:solidFill>
                  <a:srgbClr val="D4D4D4"/>
                </a:solidFill>
              </a:rPr>
              <a:t>;</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8"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19" name="Title 3"/>
          <p:cNvSpPr txBox="1"/>
          <p:nvPr>
            <p:ph type="title"/>
          </p:nvPr>
        </p:nvSpPr>
        <p:spPr>
          <a:xfrm>
            <a:off x="457201" y="2292310"/>
            <a:ext cx="8000980" cy="923331"/>
          </a:xfrm>
          <a:prstGeom prst="rect">
            <a:avLst/>
          </a:prstGeom>
        </p:spPr>
        <p:txBody>
          <a:bodyPr/>
          <a:lstStyle/>
          <a:p>
            <a:pPr/>
            <a:r>
              <a:t>Document Object Model</a:t>
            </a:r>
          </a:p>
        </p:txBody>
      </p:sp>
      <p:sp>
        <p:nvSpPr>
          <p:cNvPr id="920" name="Text Placeholder 4"/>
          <p:cNvSpPr txBox="1"/>
          <p:nvPr>
            <p:ph type="body" sz="half" idx="1"/>
          </p:nvPr>
        </p:nvSpPr>
        <p:spPr>
          <a:prstGeom prst="rect">
            <a:avLst/>
          </a:prstGeom>
        </p:spPr>
        <p:txBody>
          <a:bodyPr/>
          <a:lstStyle/>
          <a:p>
            <a:pPr/>
            <a:r>
              <a:t>HTML, CSS and JavaScript combined</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2"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23" name="Title 3"/>
          <p:cNvSpPr txBox="1"/>
          <p:nvPr>
            <p:ph type="title"/>
          </p:nvPr>
        </p:nvSpPr>
        <p:spPr>
          <a:xfrm>
            <a:off x="457199" y="457200"/>
            <a:ext cx="11274554" cy="457200"/>
          </a:xfrm>
          <a:prstGeom prst="rect">
            <a:avLst/>
          </a:prstGeom>
        </p:spPr>
        <p:txBody>
          <a:bodyPr/>
          <a:lstStyle/>
          <a:p>
            <a:pPr/>
            <a:r>
              <a:t>What is DOM?</a:t>
            </a:r>
          </a:p>
        </p:txBody>
      </p:sp>
      <p:sp>
        <p:nvSpPr>
          <p:cNvPr id="924" name="Text Placeholder 4"/>
          <p:cNvSpPr txBox="1"/>
          <p:nvPr>
            <p:ph type="body" sz="quarter" idx="1"/>
          </p:nvPr>
        </p:nvSpPr>
        <p:spPr>
          <a:xfrm>
            <a:off x="457200" y="231494"/>
            <a:ext cx="3611880" cy="225706"/>
          </a:xfrm>
          <a:prstGeom prst="rect">
            <a:avLst/>
          </a:prstGeom>
        </p:spPr>
        <p:txBody>
          <a:bodyPr/>
          <a:lstStyle/>
          <a:p>
            <a:pPr/>
            <a:r>
              <a:t>Document Object Model</a:t>
            </a:r>
          </a:p>
        </p:txBody>
      </p:sp>
      <p:sp>
        <p:nvSpPr>
          <p:cNvPr id="925" name="Content Placeholder 3"/>
          <p:cNvSpPr txBox="1"/>
          <p:nvPr/>
        </p:nvSpPr>
        <p:spPr>
          <a:xfrm>
            <a:off x="402907" y="1079500"/>
            <a:ext cx="5170938" cy="303331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lnSpc>
                <a:spcPct val="110000"/>
              </a:lnSpc>
              <a:spcBef>
                <a:spcPts val="600"/>
              </a:spcBef>
              <a:buSzPct val="100000"/>
              <a:buFont typeface="Arial"/>
              <a:buChar char="•"/>
              <a:defRPr sz="1600"/>
            </a:pPr>
            <a:r>
              <a:t>Programming interface for HTML and XML documents</a:t>
            </a:r>
            <a:endParaRPr sz="1200"/>
          </a:p>
          <a:p>
            <a:pPr marL="285750" indent="-285750">
              <a:lnSpc>
                <a:spcPct val="110000"/>
              </a:lnSpc>
              <a:spcBef>
                <a:spcPts val="600"/>
              </a:spcBef>
              <a:buSzPct val="100000"/>
              <a:buFont typeface="Arial"/>
              <a:buChar char="•"/>
              <a:defRPr sz="1600"/>
            </a:pPr>
            <a:r>
              <a:t>Has its own structure</a:t>
            </a:r>
            <a:endParaRPr sz="1200"/>
          </a:p>
          <a:p>
            <a:pPr lvl="1" marL="685800" indent="-228600">
              <a:lnSpc>
                <a:spcPct val="110000"/>
              </a:lnSpc>
              <a:spcBef>
                <a:spcPts val="600"/>
              </a:spcBef>
              <a:buSzPct val="100000"/>
              <a:buFont typeface="Arial"/>
              <a:buChar char="•"/>
              <a:defRPr sz="1600"/>
            </a:pPr>
            <a:r>
              <a:t>Defacto standard: tree data model</a:t>
            </a:r>
            <a:endParaRPr sz="1200"/>
          </a:p>
          <a:p>
            <a:pPr marL="285750" indent="-285750">
              <a:lnSpc>
                <a:spcPct val="110000"/>
              </a:lnSpc>
              <a:spcBef>
                <a:spcPts val="600"/>
              </a:spcBef>
              <a:buSzPct val="100000"/>
              <a:buFont typeface="Arial"/>
              <a:buChar char="•"/>
              <a:defRPr sz="1600"/>
            </a:pPr>
            <a:r>
              <a:t>API provides us a way to access and modify the DOM elements</a:t>
            </a:r>
            <a:endParaRPr sz="1200"/>
          </a:p>
          <a:p>
            <a:pPr marL="285750" indent="-285750">
              <a:lnSpc>
                <a:spcPct val="110000"/>
              </a:lnSpc>
              <a:spcBef>
                <a:spcPts val="600"/>
              </a:spcBef>
              <a:buSzPct val="100000"/>
              <a:buFont typeface="Arial"/>
              <a:buChar char="•"/>
              <a:defRPr sz="1600"/>
            </a:pPr>
            <a:r>
              <a:t>HTML: non-standard XML</a:t>
            </a:r>
            <a:endParaRPr sz="1200"/>
          </a:p>
          <a:p>
            <a:pPr marL="285750" indent="-285750">
              <a:lnSpc>
                <a:spcPct val="110000"/>
              </a:lnSpc>
              <a:spcBef>
                <a:spcPts val="600"/>
              </a:spcBef>
              <a:buSzPct val="100000"/>
              <a:buFont typeface="Arial"/>
              <a:buChar char="•"/>
              <a:defRPr sz="1600"/>
            </a:pPr>
            <a:r>
              <a:t>Related: CSSOM (CSS Object Model)</a:t>
            </a:r>
            <a:endParaRPr sz="1200"/>
          </a:p>
          <a:p>
            <a:pPr lvl="1" marL="685800" indent="-228600">
              <a:lnSpc>
                <a:spcPct val="110000"/>
              </a:lnSpc>
              <a:spcBef>
                <a:spcPts val="600"/>
              </a:spcBef>
              <a:buSzPct val="100000"/>
              <a:buFont typeface="Arial"/>
              <a:buChar char="•"/>
              <a:defRPr sz="1600"/>
            </a:pPr>
            <a:r>
              <a:t>Needed for rendering the page</a:t>
            </a:r>
            <a:endParaRPr sz="1200"/>
          </a:p>
          <a:p>
            <a:pPr lvl="1" marL="685800" indent="-228600">
              <a:lnSpc>
                <a:spcPct val="110000"/>
              </a:lnSpc>
              <a:spcBef>
                <a:spcPts val="600"/>
              </a:spcBef>
              <a:buSzPct val="100000"/>
              <a:buFont typeface="Arial"/>
              <a:buChar char="•"/>
              <a:defRPr sz="1600"/>
            </a:pPr>
            <a:r>
              <a:t>HTML page: combined DOM &amp; CSSOM</a:t>
            </a:r>
          </a:p>
        </p:txBody>
      </p:sp>
      <p:pic>
        <p:nvPicPr>
          <p:cNvPr id="926" name="Content Placeholder 14" descr="Content Placeholder 14"/>
          <p:cNvPicPr>
            <a:picLocks noChangeAspect="1"/>
          </p:cNvPicPr>
          <p:nvPr/>
        </p:nvPicPr>
        <p:blipFill>
          <a:blip r:embed="rId2">
            <a:extLst/>
          </a:blip>
          <a:stretch>
            <a:fillRect/>
          </a:stretch>
        </p:blipFill>
        <p:spPr>
          <a:xfrm>
            <a:off x="5439199" y="1283685"/>
            <a:ext cx="6395614" cy="2986474"/>
          </a:xfrm>
          <a:prstGeom prst="rect">
            <a:avLst/>
          </a:prstGeom>
          <a:ln w="12700">
            <a:miter lim="400000"/>
          </a:ln>
        </p:spPr>
      </p:pic>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8"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29" name="Title 1"/>
          <p:cNvSpPr txBox="1"/>
          <p:nvPr>
            <p:ph type="title"/>
          </p:nvPr>
        </p:nvSpPr>
        <p:spPr>
          <a:xfrm>
            <a:off x="457199" y="457200"/>
            <a:ext cx="11274554" cy="457200"/>
          </a:xfrm>
          <a:prstGeom prst="rect">
            <a:avLst/>
          </a:prstGeom>
        </p:spPr>
        <p:txBody>
          <a:bodyPr/>
          <a:lstStyle/>
          <a:p>
            <a:pPr/>
            <a:r>
              <a:t>JavaScript &amp; DOM</a:t>
            </a:r>
          </a:p>
        </p:txBody>
      </p:sp>
      <p:sp>
        <p:nvSpPr>
          <p:cNvPr id="930" name="Text Placeholder 2"/>
          <p:cNvSpPr txBox="1"/>
          <p:nvPr>
            <p:ph type="body" sz="quarter" idx="1"/>
          </p:nvPr>
        </p:nvSpPr>
        <p:spPr>
          <a:xfrm>
            <a:off x="457200" y="231494"/>
            <a:ext cx="3611880" cy="225706"/>
          </a:xfrm>
          <a:prstGeom prst="rect">
            <a:avLst/>
          </a:prstGeom>
        </p:spPr>
        <p:txBody>
          <a:bodyPr/>
          <a:lstStyle/>
          <a:p>
            <a:pPr/>
            <a:r>
              <a:t>Document Object Model</a:t>
            </a:r>
          </a:p>
        </p:txBody>
      </p:sp>
      <p:sp>
        <p:nvSpPr>
          <p:cNvPr id="931" name="Content Placeholder 2"/>
          <p:cNvSpPr txBox="1"/>
          <p:nvPr/>
        </p:nvSpPr>
        <p:spPr>
          <a:xfrm>
            <a:off x="402907" y="1079500"/>
            <a:ext cx="5437268" cy="44377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0000"/>
              </a:lnSpc>
              <a:spcBef>
                <a:spcPts val="600"/>
              </a:spcBef>
              <a:defRPr sz="1600"/>
            </a:pPr>
            <a:r>
              <a:t>JS main purpose: add functionality to a website</a:t>
            </a:r>
            <a:endParaRPr sz="1200"/>
          </a:p>
          <a:p>
            <a:pPr>
              <a:lnSpc>
                <a:spcPct val="110000"/>
              </a:lnSpc>
              <a:spcBef>
                <a:spcPts val="600"/>
              </a:spcBef>
              <a:defRPr sz="1600"/>
            </a:pPr>
            <a:r>
              <a:t>Add the possibility to react on different events:</a:t>
            </a:r>
            <a:endParaRPr sz="1200"/>
          </a:p>
          <a:p>
            <a:pPr lvl="1" marL="685800" indent="-228600">
              <a:lnSpc>
                <a:spcPct val="110000"/>
              </a:lnSpc>
              <a:spcBef>
                <a:spcPts val="600"/>
              </a:spcBef>
              <a:buSzPct val="100000"/>
              <a:buFont typeface="Arial"/>
              <a:buChar char="•"/>
              <a:defRPr sz="1600"/>
            </a:pPr>
            <a:r>
              <a:t>Mouse (over, hover)</a:t>
            </a:r>
            <a:endParaRPr sz="1200"/>
          </a:p>
          <a:p>
            <a:pPr lvl="1" marL="685800" indent="-228600">
              <a:lnSpc>
                <a:spcPct val="110000"/>
              </a:lnSpc>
              <a:spcBef>
                <a:spcPts val="600"/>
              </a:spcBef>
              <a:buSzPct val="100000"/>
              <a:buFont typeface="Arial"/>
              <a:buChar char="•"/>
              <a:defRPr sz="1600"/>
            </a:pPr>
            <a:r>
              <a:t>Keyboard events (key pressed)</a:t>
            </a:r>
            <a:endParaRPr sz="1200"/>
          </a:p>
          <a:p>
            <a:pPr lvl="1" marL="685800" indent="-228600">
              <a:lnSpc>
                <a:spcPct val="110000"/>
              </a:lnSpc>
              <a:spcBef>
                <a:spcPts val="600"/>
              </a:spcBef>
              <a:buSzPct val="100000"/>
              <a:buFont typeface="Arial"/>
              <a:buChar char="•"/>
              <a:defRPr sz="1600"/>
            </a:pPr>
            <a:r>
              <a:t>Form and Input events (submit data or value changes)</a:t>
            </a:r>
            <a:endParaRPr sz="1200"/>
          </a:p>
          <a:p>
            <a:pPr>
              <a:lnSpc>
                <a:spcPct val="110000"/>
              </a:lnSpc>
              <a:spcBef>
                <a:spcPts val="600"/>
              </a:spcBef>
              <a:defRPr sz="1600"/>
            </a:pPr>
            <a:r>
              <a:t>DOM manipulation</a:t>
            </a:r>
            <a:endParaRPr sz="1200"/>
          </a:p>
          <a:p>
            <a:pPr lvl="1" marL="685800" indent="-228600">
              <a:lnSpc>
                <a:spcPct val="110000"/>
              </a:lnSpc>
              <a:spcBef>
                <a:spcPts val="600"/>
              </a:spcBef>
              <a:buSzPct val="100000"/>
              <a:buFont typeface="Arial"/>
              <a:buChar char="•"/>
              <a:defRPr sz="1600"/>
            </a:pPr>
            <a:r>
              <a:t>Create, remove or update nodes in the DOM dynamically</a:t>
            </a:r>
            <a:endParaRPr sz="1200"/>
          </a:p>
          <a:p>
            <a:pPr lvl="1" marL="685800" indent="-228600">
              <a:lnSpc>
                <a:spcPct val="110000"/>
              </a:lnSpc>
              <a:spcBef>
                <a:spcPts val="600"/>
              </a:spcBef>
              <a:buSzPct val="100000"/>
              <a:buFont typeface="Arial"/>
              <a:buChar char="•"/>
              <a:defRPr sz="1600"/>
            </a:pPr>
            <a:r>
              <a:t>Access elements and modify attributes</a:t>
            </a:r>
            <a:endParaRPr sz="1200"/>
          </a:p>
          <a:p>
            <a:pPr lvl="1" marL="685800" indent="-228600">
              <a:lnSpc>
                <a:spcPct val="110000"/>
              </a:lnSpc>
              <a:spcBef>
                <a:spcPts val="600"/>
              </a:spcBef>
              <a:buSzPct val="100000"/>
              <a:buFont typeface="Arial"/>
              <a:buChar char="•"/>
              <a:defRPr sz="1600"/>
            </a:pPr>
            <a:r>
              <a:t>Root element: window.document</a:t>
            </a:r>
            <a:endParaRPr sz="1200"/>
          </a:p>
          <a:p>
            <a:pPr>
              <a:lnSpc>
                <a:spcPct val="110000"/>
              </a:lnSpc>
              <a:spcBef>
                <a:spcPts val="600"/>
              </a:spcBef>
              <a:defRPr sz="1600"/>
            </a:pPr>
            <a:r>
              <a:t>And more:</a:t>
            </a:r>
            <a:endParaRPr sz="1200"/>
          </a:p>
          <a:p>
            <a:pPr lvl="1" marL="685800" indent="-228600">
              <a:lnSpc>
                <a:spcPct val="110000"/>
              </a:lnSpc>
              <a:spcBef>
                <a:spcPts val="600"/>
              </a:spcBef>
              <a:buSzPct val="100000"/>
              <a:buFont typeface="Arial"/>
              <a:buChar char="•"/>
              <a:defRPr sz="1600"/>
            </a:pPr>
            <a:r>
              <a:t>Single Page Applications</a:t>
            </a:r>
            <a:endParaRPr sz="1200"/>
          </a:p>
          <a:p>
            <a:pPr lvl="1" marL="685800" indent="-228600">
              <a:lnSpc>
                <a:spcPct val="110000"/>
              </a:lnSpc>
              <a:spcBef>
                <a:spcPts val="600"/>
              </a:spcBef>
              <a:buSzPct val="100000"/>
              <a:buFont typeface="Arial"/>
              <a:buChar char="•"/>
              <a:defRPr sz="1600"/>
            </a:pPr>
            <a:r>
              <a:t>Web applications</a:t>
            </a:r>
          </a:p>
        </p:txBody>
      </p:sp>
      <p:sp>
        <p:nvSpPr>
          <p:cNvPr id="932" name="Content Placeholder 3"/>
          <p:cNvSpPr txBox="1"/>
          <p:nvPr/>
        </p:nvSpPr>
        <p:spPr>
          <a:xfrm>
            <a:off x="6141718" y="1092199"/>
            <a:ext cx="5514722" cy="48650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0000"/>
              </a:lnSpc>
              <a:spcBef>
                <a:spcPts val="600"/>
              </a:spcBef>
              <a:defRPr sz="1600"/>
            </a:pPr>
            <a:r>
              <a:t>Access elements:</a:t>
            </a:r>
            <a:endParaRPr sz="1200"/>
          </a:p>
          <a:p>
            <a:pPr lvl="1" marL="685800" indent="-228600">
              <a:lnSpc>
                <a:spcPct val="110000"/>
              </a:lnSpc>
              <a:spcBef>
                <a:spcPts val="600"/>
              </a:spcBef>
              <a:buSzPct val="100000"/>
              <a:buFont typeface="Arial"/>
              <a:buChar char="•"/>
              <a:defRPr sz="1600"/>
            </a:pPr>
            <a:r>
              <a:t>document.getElementById</a:t>
            </a:r>
            <a:endParaRPr sz="1200"/>
          </a:p>
          <a:p>
            <a:pPr lvl="1" marL="685800" indent="-228600">
              <a:lnSpc>
                <a:spcPct val="110000"/>
              </a:lnSpc>
              <a:spcBef>
                <a:spcPts val="600"/>
              </a:spcBef>
              <a:buSzPct val="100000"/>
              <a:buFont typeface="Arial"/>
              <a:buChar char="•"/>
              <a:defRPr sz="1600"/>
            </a:pPr>
            <a:r>
              <a:t>document.querySelector</a:t>
            </a:r>
            <a:endParaRPr sz="1200"/>
          </a:p>
          <a:p>
            <a:pPr lvl="1" marL="685800" indent="-228600">
              <a:lnSpc>
                <a:spcPct val="110000"/>
              </a:lnSpc>
              <a:spcBef>
                <a:spcPts val="600"/>
              </a:spcBef>
              <a:buSzPct val="100000"/>
              <a:buFont typeface="Arial"/>
              <a:buChar char="•"/>
              <a:defRPr sz="1600"/>
            </a:pPr>
            <a:r>
              <a:t>document.querySelectorAll</a:t>
            </a:r>
            <a:endParaRPr sz="1200"/>
          </a:p>
          <a:p>
            <a:pPr lvl="1" marL="685800" indent="-228600">
              <a:lnSpc>
                <a:spcPct val="110000"/>
              </a:lnSpc>
              <a:spcBef>
                <a:spcPts val="600"/>
              </a:spcBef>
              <a:buSzPct val="100000"/>
              <a:buFont typeface="Arial"/>
              <a:buChar char="•"/>
              <a:defRPr sz="1600"/>
            </a:pPr>
          </a:p>
          <a:p>
            <a:pPr>
              <a:lnSpc>
                <a:spcPct val="110000"/>
              </a:lnSpc>
              <a:spcBef>
                <a:spcPts val="600"/>
              </a:spcBef>
              <a:defRPr sz="1600"/>
            </a:pPr>
            <a:r>
              <a:t>Events:</a:t>
            </a:r>
            <a:endParaRPr sz="1200"/>
          </a:p>
          <a:p>
            <a:pPr lvl="1" marL="685800" indent="-228600">
              <a:lnSpc>
                <a:spcPct val="110000"/>
              </a:lnSpc>
              <a:spcBef>
                <a:spcPts val="600"/>
              </a:spcBef>
              <a:buSzPct val="100000"/>
              <a:buFont typeface="Arial"/>
              <a:buChar char="•"/>
              <a:defRPr sz="1600"/>
            </a:pPr>
            <a:r>
              <a:t>element.addEventListener("click", callbackFn)</a:t>
            </a:r>
            <a:endParaRPr sz="1200"/>
          </a:p>
          <a:p>
            <a:pPr lvl="1" marL="685800" indent="-228600">
              <a:lnSpc>
                <a:spcPct val="110000"/>
              </a:lnSpc>
              <a:spcBef>
                <a:spcPts val="600"/>
              </a:spcBef>
              <a:buSzPct val="100000"/>
              <a:buFont typeface="Arial"/>
              <a:buChar char="•"/>
              <a:defRPr sz="1600"/>
            </a:pPr>
            <a:r>
              <a:t>element.removeEventListener("click", callbackFn)</a:t>
            </a:r>
            <a:endParaRPr sz="1200"/>
          </a:p>
          <a:p>
            <a:pPr lvl="1" marL="685800" indent="-228600">
              <a:lnSpc>
                <a:spcPct val="110000"/>
              </a:lnSpc>
              <a:spcBef>
                <a:spcPts val="600"/>
              </a:spcBef>
              <a:buSzPct val="100000"/>
              <a:buFont typeface="Arial"/>
              <a:buChar char="•"/>
              <a:defRPr sz="1600"/>
            </a:pPr>
          </a:p>
          <a:p>
            <a:pPr>
              <a:lnSpc>
                <a:spcPct val="110000"/>
              </a:lnSpc>
              <a:spcBef>
                <a:spcPts val="600"/>
              </a:spcBef>
              <a:defRPr sz="1600"/>
            </a:pPr>
            <a:r>
              <a:t>Content manipulation:</a:t>
            </a:r>
            <a:endParaRPr sz="1200"/>
          </a:p>
          <a:p>
            <a:pPr lvl="1" marL="685800" indent="-228600">
              <a:lnSpc>
                <a:spcPct val="110000"/>
              </a:lnSpc>
              <a:spcBef>
                <a:spcPts val="600"/>
              </a:spcBef>
              <a:buSzPct val="100000"/>
              <a:buFont typeface="Arial"/>
              <a:buChar char="•"/>
              <a:defRPr sz="1600"/>
            </a:pPr>
            <a:r>
              <a:t>element.innerHtml</a:t>
            </a:r>
            <a:endParaRPr sz="1200"/>
          </a:p>
          <a:p>
            <a:pPr lvl="1" marL="685800" indent="-228600">
              <a:lnSpc>
                <a:spcPct val="110000"/>
              </a:lnSpc>
              <a:spcBef>
                <a:spcPts val="600"/>
              </a:spcBef>
              <a:buSzPct val="100000"/>
              <a:buFont typeface="Arial"/>
              <a:buChar char="•"/>
              <a:defRPr sz="1600"/>
            </a:pPr>
            <a:r>
              <a:t>document.createElement</a:t>
            </a:r>
            <a:endParaRPr sz="1200"/>
          </a:p>
          <a:p>
            <a:pPr lvl="1" marL="685800" indent="-228600">
              <a:lnSpc>
                <a:spcPct val="110000"/>
              </a:lnSpc>
              <a:spcBef>
                <a:spcPts val="600"/>
              </a:spcBef>
              <a:buSzPct val="100000"/>
              <a:buFont typeface="Arial"/>
              <a:buChar char="•"/>
              <a:defRPr sz="1600"/>
            </a:pPr>
            <a:r>
              <a:t>document.createTextNode</a:t>
            </a:r>
            <a:endParaRPr sz="1200"/>
          </a:p>
          <a:p>
            <a:pPr lvl="1" marL="685800" indent="-228600">
              <a:lnSpc>
                <a:spcPct val="110000"/>
              </a:lnSpc>
              <a:spcBef>
                <a:spcPts val="600"/>
              </a:spcBef>
              <a:buSzPct val="100000"/>
              <a:buFont typeface="Arial"/>
              <a:buChar char="•"/>
              <a:defRPr sz="1600"/>
            </a:pPr>
            <a:r>
              <a:t>node.appendChild</a:t>
            </a: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4"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35" name="Title 1"/>
          <p:cNvSpPr txBox="1"/>
          <p:nvPr>
            <p:ph type="title"/>
          </p:nvPr>
        </p:nvSpPr>
        <p:spPr>
          <a:xfrm>
            <a:off x="457199" y="457200"/>
            <a:ext cx="11274554" cy="457200"/>
          </a:xfrm>
          <a:prstGeom prst="rect">
            <a:avLst/>
          </a:prstGeom>
        </p:spPr>
        <p:txBody>
          <a:bodyPr/>
          <a:lstStyle/>
          <a:p>
            <a:pPr/>
            <a:r>
              <a:t>SCRIPT tag</a:t>
            </a:r>
          </a:p>
        </p:txBody>
      </p:sp>
      <p:sp>
        <p:nvSpPr>
          <p:cNvPr id="936" name="Text Placeholder 2"/>
          <p:cNvSpPr txBox="1"/>
          <p:nvPr>
            <p:ph type="body" sz="quarter" idx="1"/>
          </p:nvPr>
        </p:nvSpPr>
        <p:spPr>
          <a:xfrm>
            <a:off x="457200" y="231494"/>
            <a:ext cx="3611880" cy="225706"/>
          </a:xfrm>
          <a:prstGeom prst="rect">
            <a:avLst/>
          </a:prstGeom>
        </p:spPr>
        <p:txBody>
          <a:bodyPr/>
          <a:lstStyle/>
          <a:p>
            <a:pPr/>
            <a:r>
              <a:t>Document Object Model</a:t>
            </a:r>
          </a:p>
        </p:txBody>
      </p:sp>
      <p:sp>
        <p:nvSpPr>
          <p:cNvPr id="937" name="TextBox 3"/>
          <p:cNvSpPr txBox="1"/>
          <p:nvPr/>
        </p:nvSpPr>
        <p:spPr>
          <a:xfrm>
            <a:off x="457199" y="1260628"/>
            <a:ext cx="10861831" cy="45977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85750" indent="-285750">
              <a:buSzPct val="100000"/>
              <a:buFont typeface="Arial"/>
              <a:buChar char="•"/>
            </a:pPr>
            <a:r>
              <a:t>Default loading: synchronous</a:t>
            </a:r>
          </a:p>
          <a:p>
            <a:pPr lvl="1" marL="742950" indent="-285750">
              <a:buSzPct val="100000"/>
              <a:buFont typeface="Arial"/>
              <a:buChar char="•"/>
            </a:pPr>
            <a:r>
              <a:t>When browser met a script tag it loads the file and execute it</a:t>
            </a:r>
          </a:p>
          <a:p>
            <a:pPr lvl="1" marL="742950" indent="-285750">
              <a:buSzPct val="100000"/>
              <a:buFont typeface="Arial"/>
              <a:buChar char="•"/>
            </a:pPr>
            <a:r>
              <a:t>During this the rendering is stoped</a:t>
            </a:r>
          </a:p>
          <a:p>
            <a:pPr marL="285750" indent="-285750">
              <a:buSzPct val="100000"/>
              <a:buFont typeface="Arial"/>
              <a:buChar char="•"/>
            </a:pPr>
            <a:r>
              <a:t>Asynchronous:</a:t>
            </a:r>
          </a:p>
          <a:p>
            <a:pPr lvl="1" marL="742950" indent="-285750">
              <a:buSzPct val="100000"/>
              <a:buFont typeface="Arial"/>
              <a:buChar char="•"/>
            </a:pPr>
            <a:r>
              <a:t>Async attribute</a:t>
            </a:r>
          </a:p>
          <a:p>
            <a:pPr lvl="2" marL="1200150" indent="-285750">
              <a:buSzPct val="100000"/>
              <a:buFont typeface="Arial"/>
              <a:buChar char="•"/>
              <a:defRPr sz="1400"/>
            </a:pPr>
            <a:r>
              <a:t>Download in the background at a low priority (same in defer)</a:t>
            </a:r>
          </a:p>
          <a:p>
            <a:pPr lvl="2" marL="1200150" indent="-285750">
              <a:buSzPct val="100000"/>
              <a:buFont typeface="Arial"/>
              <a:buChar char="•"/>
              <a:defRPr sz="1400"/>
            </a:pPr>
            <a:r>
              <a:t>Can interrupt page rendering to execute</a:t>
            </a:r>
          </a:p>
          <a:p>
            <a:pPr lvl="2" marL="1200150" indent="-285750">
              <a:buSzPct val="100000"/>
              <a:buFont typeface="Arial"/>
              <a:buChar char="•"/>
              <a:defRPr sz="1400"/>
            </a:pPr>
            <a:r>
              <a:t>Executes as soon as possible without particular order</a:t>
            </a:r>
          </a:p>
          <a:p>
            <a:pPr lvl="1" marL="742950" indent="-285750">
              <a:buSzPct val="100000"/>
              <a:buFont typeface="Arial"/>
              <a:buChar char="•"/>
            </a:pPr>
            <a:r>
              <a:t>Defer attribute</a:t>
            </a:r>
          </a:p>
          <a:p>
            <a:pPr lvl="2" marL="1200150" indent="-285750">
              <a:buSzPct val="100000"/>
              <a:buFont typeface="Arial"/>
              <a:buChar char="•"/>
              <a:defRPr sz="1400"/>
            </a:pPr>
            <a:r>
              <a:t>Won’t interrupt page rendering to execute</a:t>
            </a:r>
          </a:p>
          <a:p>
            <a:pPr lvl="2" marL="1200150" indent="-285750">
              <a:buSzPct val="100000"/>
              <a:buFont typeface="Arial"/>
              <a:buChar char="•"/>
              <a:defRPr sz="1400"/>
            </a:pPr>
            <a:r>
              <a:t>Executes in sequence just before the DOMContentLoaded event</a:t>
            </a:r>
          </a:p>
          <a:p>
            <a:pPr marL="285750" indent="-285750">
              <a:buSzPct val="100000"/>
              <a:buFont typeface="Arial"/>
              <a:buChar char="•"/>
            </a:pPr>
            <a:r>
              <a:t>Suggested method</a:t>
            </a:r>
          </a:p>
          <a:p>
            <a:pPr lvl="1" marL="742950" indent="-285750">
              <a:buSzPct val="100000"/>
              <a:buFont typeface="Arial"/>
              <a:buChar char="•"/>
            </a:pPr>
            <a:r>
              <a:t>Move every SCRIPT tag at the end of the BODY</a:t>
            </a:r>
          </a:p>
          <a:p>
            <a:pPr lvl="1" marL="742950" indent="-285750">
              <a:buSzPct val="100000"/>
              <a:buFont typeface="Arial"/>
              <a:buChar char="•"/>
            </a:pPr>
            <a:r>
              <a:t>Benefits:</a:t>
            </a:r>
          </a:p>
          <a:p>
            <a:pPr lvl="2" marL="1200150" indent="-285750">
              <a:buSzPct val="100000"/>
              <a:buFont typeface="Arial"/>
              <a:buChar char="•"/>
            </a:pPr>
            <a:r>
              <a:t>The whole page is rendered when the browser loads the script</a:t>
            </a:r>
          </a:p>
          <a:p>
            <a:pPr lvl="2" marL="1200150" indent="-285750">
              <a:buSzPct val="100000"/>
              <a:buFont typeface="Arial"/>
              <a:buChar char="•"/>
            </a:pPr>
            <a:r>
              <a:t>Already visible page for the user</a:t>
            </a:r>
          </a:p>
          <a:p>
            <a:pPr lvl="2" marL="1200150" indent="-285750">
              <a:buSzPct val="100000"/>
              <a:buFont typeface="Arial"/>
              <a:buChar char="•"/>
            </a:pPr>
            <a:r>
              <a:t>Separated logic from display mode</a:t>
            </a: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9"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40" name="Title 1"/>
          <p:cNvSpPr txBox="1"/>
          <p:nvPr>
            <p:ph type="title"/>
          </p:nvPr>
        </p:nvSpPr>
        <p:spPr>
          <a:xfrm>
            <a:off x="457199" y="457200"/>
            <a:ext cx="11274554" cy="457200"/>
          </a:xfrm>
          <a:prstGeom prst="rect">
            <a:avLst/>
          </a:prstGeom>
        </p:spPr>
        <p:txBody>
          <a:bodyPr/>
          <a:lstStyle/>
          <a:p>
            <a:pPr/>
            <a:r>
              <a:t>Create HTML with JavaScript</a:t>
            </a:r>
          </a:p>
        </p:txBody>
      </p:sp>
      <p:sp>
        <p:nvSpPr>
          <p:cNvPr id="941" name="Text Placeholder 2"/>
          <p:cNvSpPr txBox="1"/>
          <p:nvPr>
            <p:ph type="body" sz="quarter" idx="1"/>
          </p:nvPr>
        </p:nvSpPr>
        <p:spPr>
          <a:xfrm>
            <a:off x="457200" y="231494"/>
            <a:ext cx="3611880" cy="225706"/>
          </a:xfrm>
          <a:prstGeom prst="rect">
            <a:avLst/>
          </a:prstGeom>
        </p:spPr>
        <p:txBody>
          <a:bodyPr/>
          <a:lstStyle/>
          <a:p>
            <a:pPr/>
            <a:r>
              <a:t>Document Object Model</a:t>
            </a:r>
          </a:p>
        </p:txBody>
      </p:sp>
      <p:sp>
        <p:nvSpPr>
          <p:cNvPr id="942" name="Content Placeholder 12"/>
          <p:cNvSpPr txBox="1"/>
          <p:nvPr/>
        </p:nvSpPr>
        <p:spPr>
          <a:xfrm>
            <a:off x="402908" y="1079500"/>
            <a:ext cx="4513989" cy="1767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600"/>
              </a:spcBef>
              <a:defRPr sz="1400">
                <a:solidFill>
                  <a:srgbClr val="00B050"/>
                </a:solidFill>
                <a:latin typeface="Consolas"/>
                <a:ea typeface="Consolas"/>
                <a:cs typeface="Consolas"/>
                <a:sym typeface="Consolas"/>
              </a:defRPr>
            </a:pPr>
            <a:r>
              <a:t>&lt;main </a:t>
            </a:r>
            <a:r>
              <a:rPr>
                <a:solidFill>
                  <a:srgbClr val="7030A0"/>
                </a:solidFill>
              </a:rPr>
              <a:t>id</a:t>
            </a:r>
            <a:r>
              <a:rPr>
                <a:solidFill>
                  <a:schemeClr val="accent1"/>
                </a:solidFill>
              </a:rPr>
              <a:t>=</a:t>
            </a:r>
            <a:r>
              <a:rPr>
                <a:solidFill>
                  <a:srgbClr val="C00000"/>
                </a:solidFill>
              </a:rPr>
              <a:t>"app"</a:t>
            </a:r>
            <a:r>
              <a:t>&gt;</a:t>
            </a:r>
            <a:endParaRPr sz="1200"/>
          </a:p>
          <a:p>
            <a:pPr>
              <a:spcBef>
                <a:spcPts val="600"/>
              </a:spcBef>
              <a:defRPr sz="1400">
                <a:latin typeface="Consolas"/>
                <a:ea typeface="Consolas"/>
                <a:cs typeface="Consolas"/>
                <a:sym typeface="Consolas"/>
              </a:defRPr>
            </a:pPr>
            <a:r>
              <a:t>    </a:t>
            </a:r>
            <a:r>
              <a:rPr>
                <a:solidFill>
                  <a:srgbClr val="00B050"/>
                </a:solidFill>
              </a:rPr>
              <a:t>&lt;header</a:t>
            </a:r>
            <a:r>
              <a:t> </a:t>
            </a:r>
            <a:r>
              <a:rPr>
                <a:solidFill>
                  <a:srgbClr val="7030A0"/>
                </a:solidFill>
              </a:rPr>
              <a:t>class</a:t>
            </a:r>
            <a:r>
              <a:t>=</a:t>
            </a:r>
            <a:r>
              <a:rPr>
                <a:solidFill>
                  <a:srgbClr val="C00000"/>
                </a:solidFill>
              </a:rPr>
              <a:t>"page-head"</a:t>
            </a:r>
            <a:r>
              <a:rPr>
                <a:solidFill>
                  <a:srgbClr val="00B050"/>
                </a:solidFill>
              </a:rPr>
              <a:t>&gt;</a:t>
            </a:r>
            <a:endParaRPr sz="1200"/>
          </a:p>
          <a:p>
            <a:pPr>
              <a:spcBef>
                <a:spcPts val="600"/>
              </a:spcBef>
              <a:defRPr sz="1400">
                <a:latin typeface="Consolas"/>
                <a:ea typeface="Consolas"/>
                <a:cs typeface="Consolas"/>
                <a:sym typeface="Consolas"/>
              </a:defRPr>
            </a:pPr>
            <a:r>
              <a:t>        </a:t>
            </a:r>
            <a:r>
              <a:rPr>
                <a:solidFill>
                  <a:srgbClr val="00B050"/>
                </a:solidFill>
              </a:rPr>
              <a:t>&lt;h1&gt;</a:t>
            </a:r>
            <a:r>
              <a:t>Hello world</a:t>
            </a:r>
            <a:r>
              <a:rPr>
                <a:solidFill>
                  <a:srgbClr val="00B050"/>
                </a:solidFill>
              </a:rPr>
              <a:t>&lt;/h1&gt;</a:t>
            </a:r>
            <a:endParaRPr sz="1200"/>
          </a:p>
          <a:p>
            <a:pPr>
              <a:spcBef>
                <a:spcPts val="600"/>
              </a:spcBef>
              <a:defRPr sz="1400">
                <a:latin typeface="Consolas"/>
                <a:ea typeface="Consolas"/>
                <a:cs typeface="Consolas"/>
                <a:sym typeface="Consolas"/>
              </a:defRPr>
            </a:pPr>
            <a:r>
              <a:t>        </a:t>
            </a:r>
            <a:r>
              <a:rPr>
                <a:solidFill>
                  <a:srgbClr val="00B050"/>
                </a:solidFill>
              </a:rPr>
              <a:t>&lt;p&gt;</a:t>
            </a:r>
            <a:r>
              <a:t>a little description here</a:t>
            </a:r>
            <a:r>
              <a:rPr>
                <a:solidFill>
                  <a:srgbClr val="00B050"/>
                </a:solidFill>
              </a:rPr>
              <a:t>&lt;/p&gt;</a:t>
            </a:r>
            <a:endParaRPr sz="1200"/>
          </a:p>
          <a:p>
            <a:pPr>
              <a:spcBef>
                <a:spcPts val="600"/>
              </a:spcBef>
              <a:defRPr sz="1400">
                <a:latin typeface="Consolas"/>
                <a:ea typeface="Consolas"/>
                <a:cs typeface="Consolas"/>
                <a:sym typeface="Consolas"/>
              </a:defRPr>
            </a:pPr>
            <a:r>
              <a:t>    </a:t>
            </a:r>
            <a:r>
              <a:rPr>
                <a:solidFill>
                  <a:srgbClr val="00B050"/>
                </a:solidFill>
              </a:rPr>
              <a:t>&lt;/header&gt;</a:t>
            </a:r>
            <a:endParaRPr sz="1200"/>
          </a:p>
          <a:p>
            <a:pPr>
              <a:spcBef>
                <a:spcPts val="600"/>
              </a:spcBef>
              <a:defRPr sz="1400">
                <a:solidFill>
                  <a:srgbClr val="00B050"/>
                </a:solidFill>
                <a:latin typeface="Consolas"/>
                <a:ea typeface="Consolas"/>
                <a:cs typeface="Consolas"/>
                <a:sym typeface="Consolas"/>
              </a:defRPr>
            </a:pPr>
            <a:r>
              <a:t>&lt;/main&gt;</a:t>
            </a:r>
          </a:p>
        </p:txBody>
      </p:sp>
      <p:sp>
        <p:nvSpPr>
          <p:cNvPr id="943" name="Content Placeholder 18"/>
          <p:cNvSpPr txBox="1"/>
          <p:nvPr/>
        </p:nvSpPr>
        <p:spPr>
          <a:xfrm>
            <a:off x="5505487" y="1079499"/>
            <a:ext cx="5794456" cy="47726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0000"/>
              </a:lnSpc>
              <a:spcBef>
                <a:spcPts val="100"/>
              </a:spcBef>
              <a:defRPr sz="1400">
                <a:solidFill>
                  <a:srgbClr val="008ACF"/>
                </a:solidFill>
                <a:latin typeface="Consolas"/>
                <a:ea typeface="Consolas"/>
                <a:cs typeface="Consolas"/>
                <a:sym typeface="Consolas"/>
              </a:defRPr>
            </a:pPr>
            <a:r>
              <a:t>const</a:t>
            </a:r>
            <a:r>
              <a:rPr>
                <a:solidFill>
                  <a:schemeClr val="accent1"/>
                </a:solidFill>
              </a:rPr>
              <a:t> app = </a:t>
            </a:r>
            <a:r>
              <a:t>document</a:t>
            </a:r>
            <a:r>
              <a:rPr>
                <a:solidFill>
                  <a:schemeClr val="accent1"/>
                </a:solidFill>
              </a:rPr>
              <a:t>.createElement(</a:t>
            </a:r>
            <a:r>
              <a:rPr>
                <a:solidFill>
                  <a:srgbClr val="C00000"/>
                </a:solidFill>
              </a:rPr>
              <a:t>'main'</a:t>
            </a:r>
            <a:r>
              <a:rPr>
                <a:solidFill>
                  <a:schemeClr val="accent1"/>
                </a:solidFill>
              </a:rPr>
              <a:t>);</a:t>
            </a:r>
            <a:endParaRPr sz="1200"/>
          </a:p>
          <a:p>
            <a:pPr>
              <a:lnSpc>
                <a:spcPct val="110000"/>
              </a:lnSpc>
              <a:spcBef>
                <a:spcPts val="100"/>
              </a:spcBef>
              <a:defRPr sz="1400">
                <a:latin typeface="Consolas"/>
                <a:ea typeface="Consolas"/>
                <a:cs typeface="Consolas"/>
                <a:sym typeface="Consolas"/>
              </a:defRPr>
            </a:pPr>
            <a:r>
              <a:t>app.setAttribute(</a:t>
            </a:r>
            <a:r>
              <a:rPr>
                <a:solidFill>
                  <a:srgbClr val="C00000"/>
                </a:solidFill>
              </a:rPr>
              <a:t>'id'</a:t>
            </a:r>
            <a:r>
              <a:t>, </a:t>
            </a:r>
            <a:r>
              <a:rPr>
                <a:solidFill>
                  <a:srgbClr val="C00000"/>
                </a:solidFill>
              </a:rPr>
              <a:t>'app'</a:t>
            </a:r>
            <a:r>
              <a:t>);</a:t>
            </a:r>
            <a:endParaRPr sz="1200"/>
          </a:p>
          <a:p>
            <a:pPr>
              <a:lnSpc>
                <a:spcPct val="110000"/>
              </a:lnSpc>
              <a:spcBef>
                <a:spcPts val="100"/>
              </a:spcBef>
              <a:defRPr sz="1400">
                <a:latin typeface="Consolas"/>
                <a:ea typeface="Consolas"/>
                <a:cs typeface="Consolas"/>
                <a:sym typeface="Consolas"/>
              </a:defRPr>
            </a:pPr>
          </a:p>
          <a:p>
            <a:pPr>
              <a:lnSpc>
                <a:spcPct val="110000"/>
              </a:lnSpc>
              <a:spcBef>
                <a:spcPts val="100"/>
              </a:spcBef>
              <a:defRPr sz="1400">
                <a:solidFill>
                  <a:srgbClr val="008ACF"/>
                </a:solidFill>
                <a:latin typeface="Consolas"/>
                <a:ea typeface="Consolas"/>
                <a:cs typeface="Consolas"/>
                <a:sym typeface="Consolas"/>
              </a:defRPr>
            </a:pPr>
            <a:r>
              <a:t>const</a:t>
            </a:r>
            <a:r>
              <a:rPr>
                <a:solidFill>
                  <a:schemeClr val="accent1"/>
                </a:solidFill>
              </a:rPr>
              <a:t> pageTitle = </a:t>
            </a:r>
            <a:r>
              <a:t>document</a:t>
            </a:r>
            <a:r>
              <a:rPr>
                <a:solidFill>
                  <a:schemeClr val="accent1"/>
                </a:solidFill>
              </a:rPr>
              <a:t>.createElement(</a:t>
            </a:r>
            <a:r>
              <a:rPr>
                <a:solidFill>
                  <a:srgbClr val="C00000"/>
                </a:solidFill>
              </a:rPr>
              <a:t>'h1'</a:t>
            </a:r>
            <a:r>
              <a:rPr>
                <a:solidFill>
                  <a:schemeClr val="accent1"/>
                </a:solidFill>
              </a:rPr>
              <a:t>);</a:t>
            </a:r>
            <a:endParaRPr sz="1200"/>
          </a:p>
          <a:p>
            <a:pPr>
              <a:lnSpc>
                <a:spcPct val="110000"/>
              </a:lnSpc>
              <a:spcBef>
                <a:spcPts val="100"/>
              </a:spcBef>
              <a:defRPr sz="1400">
                <a:latin typeface="Consolas"/>
                <a:ea typeface="Consolas"/>
                <a:cs typeface="Consolas"/>
                <a:sym typeface="Consolas"/>
              </a:defRPr>
            </a:pPr>
            <a:r>
              <a:t>pageTitle.innerText = </a:t>
            </a:r>
            <a:r>
              <a:rPr>
                <a:solidFill>
                  <a:srgbClr val="C00000"/>
                </a:solidFill>
              </a:rPr>
              <a:t>'Hello world'</a:t>
            </a:r>
            <a:r>
              <a:t>;</a:t>
            </a:r>
            <a:endParaRPr sz="1200"/>
          </a:p>
          <a:p>
            <a:pPr>
              <a:lnSpc>
                <a:spcPct val="110000"/>
              </a:lnSpc>
              <a:spcBef>
                <a:spcPts val="100"/>
              </a:spcBef>
              <a:defRPr sz="1400">
                <a:latin typeface="Consolas"/>
                <a:ea typeface="Consolas"/>
                <a:cs typeface="Consolas"/>
                <a:sym typeface="Consolas"/>
              </a:defRPr>
            </a:pPr>
          </a:p>
          <a:p>
            <a:pPr>
              <a:lnSpc>
                <a:spcPct val="110000"/>
              </a:lnSpc>
              <a:spcBef>
                <a:spcPts val="100"/>
              </a:spcBef>
              <a:defRPr sz="1400">
                <a:solidFill>
                  <a:srgbClr val="008ACF"/>
                </a:solidFill>
                <a:latin typeface="Consolas"/>
                <a:ea typeface="Consolas"/>
                <a:cs typeface="Consolas"/>
                <a:sym typeface="Consolas"/>
              </a:defRPr>
            </a:pPr>
            <a:r>
              <a:t>const</a:t>
            </a:r>
            <a:r>
              <a:rPr>
                <a:solidFill>
                  <a:schemeClr val="accent1"/>
                </a:solidFill>
              </a:rPr>
              <a:t> description = </a:t>
            </a:r>
            <a:r>
              <a:t>document</a:t>
            </a:r>
            <a:r>
              <a:rPr>
                <a:solidFill>
                  <a:schemeClr val="accent1"/>
                </a:solidFill>
              </a:rPr>
              <a:t>.createElement(</a:t>
            </a:r>
            <a:r>
              <a:rPr>
                <a:solidFill>
                  <a:srgbClr val="C00000"/>
                </a:solidFill>
              </a:rPr>
              <a:t>'p'</a:t>
            </a:r>
            <a:r>
              <a:rPr>
                <a:solidFill>
                  <a:schemeClr val="accent1"/>
                </a:solidFill>
              </a:rPr>
              <a:t>);</a:t>
            </a:r>
            <a:endParaRPr sz="1200"/>
          </a:p>
          <a:p>
            <a:pPr>
              <a:lnSpc>
                <a:spcPct val="110000"/>
              </a:lnSpc>
              <a:spcBef>
                <a:spcPts val="100"/>
              </a:spcBef>
              <a:defRPr sz="1400">
                <a:latin typeface="Consolas"/>
                <a:ea typeface="Consolas"/>
                <a:cs typeface="Consolas"/>
                <a:sym typeface="Consolas"/>
              </a:defRPr>
            </a:pPr>
            <a:r>
              <a:t>description.appendChild(</a:t>
            </a:r>
            <a:br/>
            <a:r>
              <a:t>  </a:t>
            </a:r>
            <a:r>
              <a:rPr>
                <a:solidFill>
                  <a:srgbClr val="008ACF"/>
                </a:solidFill>
              </a:rPr>
              <a:t>document</a:t>
            </a:r>
            <a:r>
              <a:t>.createTextNode(</a:t>
            </a:r>
            <a:r>
              <a:rPr>
                <a:solidFill>
                  <a:srgbClr val="C00000"/>
                </a:solidFill>
              </a:rPr>
              <a:t>'a little description here'</a:t>
            </a:r>
            <a:r>
              <a:t>)</a:t>
            </a:r>
            <a:br/>
            <a:r>
              <a:t>);</a:t>
            </a:r>
            <a:endParaRPr sz="1200"/>
          </a:p>
          <a:p>
            <a:pPr>
              <a:lnSpc>
                <a:spcPct val="110000"/>
              </a:lnSpc>
              <a:spcBef>
                <a:spcPts val="100"/>
              </a:spcBef>
              <a:defRPr sz="1400">
                <a:latin typeface="Consolas"/>
                <a:ea typeface="Consolas"/>
                <a:cs typeface="Consolas"/>
                <a:sym typeface="Consolas"/>
              </a:defRPr>
            </a:pPr>
          </a:p>
          <a:p>
            <a:pPr>
              <a:lnSpc>
                <a:spcPct val="110000"/>
              </a:lnSpc>
              <a:spcBef>
                <a:spcPts val="100"/>
              </a:spcBef>
              <a:defRPr sz="1400">
                <a:solidFill>
                  <a:srgbClr val="008ACF"/>
                </a:solidFill>
                <a:latin typeface="Consolas"/>
                <a:ea typeface="Consolas"/>
                <a:cs typeface="Consolas"/>
                <a:sym typeface="Consolas"/>
              </a:defRPr>
            </a:pPr>
            <a:r>
              <a:t>const</a:t>
            </a:r>
            <a:r>
              <a:rPr>
                <a:solidFill>
                  <a:schemeClr val="accent1"/>
                </a:solidFill>
              </a:rPr>
              <a:t> header = </a:t>
            </a:r>
            <a:r>
              <a:t>document</a:t>
            </a:r>
            <a:r>
              <a:rPr>
                <a:solidFill>
                  <a:schemeClr val="accent1"/>
                </a:solidFill>
              </a:rPr>
              <a:t>.createElement(</a:t>
            </a:r>
            <a:r>
              <a:rPr>
                <a:solidFill>
                  <a:srgbClr val="C00000"/>
                </a:solidFill>
              </a:rPr>
              <a:t>'header'</a:t>
            </a:r>
            <a:r>
              <a:rPr>
                <a:solidFill>
                  <a:schemeClr val="accent1"/>
                </a:solidFill>
              </a:rPr>
              <a:t>);</a:t>
            </a:r>
            <a:endParaRPr sz="1200"/>
          </a:p>
          <a:p>
            <a:pPr>
              <a:lnSpc>
                <a:spcPct val="110000"/>
              </a:lnSpc>
              <a:spcBef>
                <a:spcPts val="100"/>
              </a:spcBef>
              <a:defRPr sz="1400">
                <a:latin typeface="Consolas"/>
                <a:ea typeface="Consolas"/>
                <a:cs typeface="Consolas"/>
                <a:sym typeface="Consolas"/>
              </a:defRPr>
            </a:pPr>
            <a:r>
              <a:t>header.classList.add(</a:t>
            </a:r>
            <a:r>
              <a:rPr>
                <a:solidFill>
                  <a:srgbClr val="C00000"/>
                </a:solidFill>
              </a:rPr>
              <a:t>'page-head'</a:t>
            </a:r>
            <a:r>
              <a:t>);</a:t>
            </a:r>
            <a:endParaRPr sz="1200"/>
          </a:p>
          <a:p>
            <a:pPr>
              <a:lnSpc>
                <a:spcPct val="110000"/>
              </a:lnSpc>
              <a:spcBef>
                <a:spcPts val="100"/>
              </a:spcBef>
              <a:defRPr sz="1400">
                <a:latin typeface="Consolas"/>
                <a:ea typeface="Consolas"/>
                <a:cs typeface="Consolas"/>
                <a:sym typeface="Consolas"/>
              </a:defRPr>
            </a:pPr>
            <a:r>
              <a:t>header.appendChild(pageTitle);</a:t>
            </a:r>
            <a:endParaRPr sz="1200"/>
          </a:p>
          <a:p>
            <a:pPr>
              <a:lnSpc>
                <a:spcPct val="110000"/>
              </a:lnSpc>
              <a:spcBef>
                <a:spcPts val="100"/>
              </a:spcBef>
              <a:defRPr sz="1400">
                <a:latin typeface="Consolas"/>
                <a:ea typeface="Consolas"/>
                <a:cs typeface="Consolas"/>
                <a:sym typeface="Consolas"/>
              </a:defRPr>
            </a:pPr>
            <a:r>
              <a:t>header.appendChild(description);</a:t>
            </a:r>
            <a:endParaRPr sz="1200"/>
          </a:p>
          <a:p>
            <a:pPr>
              <a:lnSpc>
                <a:spcPct val="110000"/>
              </a:lnSpc>
              <a:spcBef>
                <a:spcPts val="100"/>
              </a:spcBef>
              <a:defRPr sz="1400">
                <a:latin typeface="Consolas"/>
                <a:ea typeface="Consolas"/>
                <a:cs typeface="Consolas"/>
                <a:sym typeface="Consolas"/>
              </a:defRPr>
            </a:pPr>
            <a:r>
              <a:t>app.appendChild(header);</a:t>
            </a:r>
            <a:endParaRPr sz="1200"/>
          </a:p>
          <a:p>
            <a:pPr>
              <a:lnSpc>
                <a:spcPct val="110000"/>
              </a:lnSpc>
              <a:spcBef>
                <a:spcPts val="100"/>
              </a:spcBef>
              <a:defRPr sz="1400">
                <a:latin typeface="Consolas"/>
                <a:ea typeface="Consolas"/>
                <a:cs typeface="Consolas"/>
                <a:sym typeface="Consolas"/>
              </a:defRPr>
            </a:pPr>
          </a:p>
          <a:p>
            <a:pPr>
              <a:lnSpc>
                <a:spcPct val="110000"/>
              </a:lnSpc>
              <a:spcBef>
                <a:spcPts val="100"/>
              </a:spcBef>
              <a:defRPr sz="1400">
                <a:solidFill>
                  <a:srgbClr val="008ACF"/>
                </a:solidFill>
                <a:latin typeface="Consolas"/>
                <a:ea typeface="Consolas"/>
                <a:cs typeface="Consolas"/>
                <a:sym typeface="Consolas"/>
              </a:defRPr>
            </a:pPr>
            <a:r>
              <a:t>document</a:t>
            </a:r>
            <a:r>
              <a:rPr>
                <a:solidFill>
                  <a:schemeClr val="accent1"/>
                </a:solidFill>
              </a:rPr>
              <a:t>.body.appendChild(app);</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9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43" grpId="1"/>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5"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46" name="Title 1"/>
          <p:cNvSpPr txBox="1"/>
          <p:nvPr>
            <p:ph type="title"/>
          </p:nvPr>
        </p:nvSpPr>
        <p:spPr>
          <a:xfrm>
            <a:off x="457199" y="457200"/>
            <a:ext cx="11274554" cy="457200"/>
          </a:xfrm>
          <a:prstGeom prst="rect">
            <a:avLst/>
          </a:prstGeom>
        </p:spPr>
        <p:txBody>
          <a:bodyPr/>
          <a:lstStyle/>
          <a:p>
            <a:pPr/>
            <a:r>
              <a:t>Event handling</a:t>
            </a:r>
          </a:p>
        </p:txBody>
      </p:sp>
      <p:sp>
        <p:nvSpPr>
          <p:cNvPr id="947" name="Text Placeholder 2"/>
          <p:cNvSpPr txBox="1"/>
          <p:nvPr>
            <p:ph type="body" sz="quarter" idx="1"/>
          </p:nvPr>
        </p:nvSpPr>
        <p:spPr>
          <a:xfrm>
            <a:off x="457200" y="231494"/>
            <a:ext cx="3611880" cy="225706"/>
          </a:xfrm>
          <a:prstGeom prst="rect">
            <a:avLst/>
          </a:prstGeom>
        </p:spPr>
        <p:txBody>
          <a:bodyPr/>
          <a:lstStyle/>
          <a:p>
            <a:pPr/>
            <a:r>
              <a:t>Document Object Model</a:t>
            </a:r>
          </a:p>
        </p:txBody>
      </p:sp>
      <p:sp>
        <p:nvSpPr>
          <p:cNvPr id="948" name="Content Placeholder 2"/>
          <p:cNvSpPr txBox="1"/>
          <p:nvPr/>
        </p:nvSpPr>
        <p:spPr>
          <a:xfrm>
            <a:off x="402908" y="1079500"/>
            <a:ext cx="4877973" cy="19837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600"/>
              </a:spcBef>
              <a:defRPr sz="1400">
                <a:solidFill>
                  <a:srgbClr val="00B050"/>
                </a:solidFill>
                <a:latin typeface="Consolas"/>
                <a:ea typeface="Consolas"/>
                <a:cs typeface="Consolas"/>
                <a:sym typeface="Consolas"/>
              </a:defRPr>
            </a:pPr>
            <a:r>
              <a:t>&lt;div </a:t>
            </a:r>
            <a:r>
              <a:rPr>
                <a:solidFill>
                  <a:srgbClr val="7030A0"/>
                </a:solidFill>
              </a:rPr>
              <a:t>id</a:t>
            </a:r>
            <a:r>
              <a:rPr>
                <a:solidFill>
                  <a:schemeClr val="accent1"/>
                </a:solidFill>
              </a:rPr>
              <a:t>=</a:t>
            </a:r>
            <a:r>
              <a:rPr>
                <a:solidFill>
                  <a:srgbClr val="C00000"/>
                </a:solidFill>
              </a:rPr>
              <a:t>"app"</a:t>
            </a:r>
            <a:r>
              <a:t>&gt;</a:t>
            </a:r>
            <a:endParaRPr sz="1200"/>
          </a:p>
          <a:p>
            <a:pPr>
              <a:spcBef>
                <a:spcPts val="600"/>
              </a:spcBef>
              <a:defRPr sz="1400">
                <a:solidFill>
                  <a:srgbClr val="00B050"/>
                </a:solidFill>
                <a:latin typeface="Consolas"/>
                <a:ea typeface="Consolas"/>
                <a:cs typeface="Consolas"/>
                <a:sym typeface="Consolas"/>
              </a:defRPr>
            </a:pPr>
            <a:r>
              <a:t>    &lt;input name="content" /&gt;</a:t>
            </a:r>
            <a:endParaRPr sz="1200"/>
          </a:p>
          <a:p>
            <a:pPr>
              <a:spcBef>
                <a:spcPts val="600"/>
              </a:spcBef>
              <a:defRPr sz="1400">
                <a:latin typeface="Consolas"/>
                <a:ea typeface="Consolas"/>
                <a:cs typeface="Consolas"/>
                <a:sym typeface="Consolas"/>
              </a:defRPr>
            </a:pPr>
            <a:r>
              <a:t>    </a:t>
            </a:r>
            <a:r>
              <a:rPr>
                <a:solidFill>
                  <a:srgbClr val="00B050"/>
                </a:solidFill>
              </a:rPr>
              <a:t>&lt;button</a:t>
            </a:r>
            <a:r>
              <a:t> </a:t>
            </a:r>
            <a:r>
              <a:rPr>
                <a:solidFill>
                  <a:srgbClr val="7030A0"/>
                </a:solidFill>
              </a:rPr>
              <a:t>class</a:t>
            </a:r>
            <a:r>
              <a:t>=</a:t>
            </a:r>
            <a:r>
              <a:rPr>
                <a:solidFill>
                  <a:srgbClr val="C00000"/>
                </a:solidFill>
              </a:rPr>
              <a:t>"button"</a:t>
            </a:r>
            <a:r>
              <a:rPr>
                <a:solidFill>
                  <a:srgbClr val="00B050"/>
                </a:solidFill>
              </a:rPr>
              <a:t>&gt;</a:t>
            </a:r>
            <a:r>
              <a:t>Click here</a:t>
            </a:r>
            <a:r>
              <a:rPr>
                <a:solidFill>
                  <a:srgbClr val="00B050"/>
                </a:solidFill>
              </a:rPr>
              <a:t>&lt;/button&gt;</a:t>
            </a:r>
            <a:endParaRPr sz="1200"/>
          </a:p>
          <a:p>
            <a:pPr>
              <a:spcBef>
                <a:spcPts val="600"/>
              </a:spcBef>
              <a:defRPr sz="1400">
                <a:solidFill>
                  <a:srgbClr val="00B050"/>
                </a:solidFill>
                <a:latin typeface="Consolas"/>
                <a:ea typeface="Consolas"/>
                <a:cs typeface="Consolas"/>
                <a:sym typeface="Consolas"/>
              </a:defRPr>
            </a:pPr>
            <a:r>
              <a:t>    &lt;ul </a:t>
            </a:r>
            <a:r>
              <a:rPr>
                <a:solidFill>
                  <a:srgbClr val="7030A0"/>
                </a:solidFill>
              </a:rPr>
              <a:t>class</a:t>
            </a:r>
            <a:r>
              <a:rPr>
                <a:solidFill>
                  <a:schemeClr val="accent1"/>
                </a:solidFill>
              </a:rPr>
              <a:t>=</a:t>
            </a:r>
            <a:r>
              <a:rPr>
                <a:solidFill>
                  <a:srgbClr val="C00000"/>
                </a:solidFill>
              </a:rPr>
              <a:t>"list"</a:t>
            </a:r>
            <a:r>
              <a:t>&gt;&lt;/ul&gt;</a:t>
            </a:r>
            <a:endParaRPr sz="1200"/>
          </a:p>
          <a:p>
            <a:pPr>
              <a:spcBef>
                <a:spcPts val="600"/>
              </a:spcBef>
              <a:defRPr sz="1400">
                <a:solidFill>
                  <a:srgbClr val="00B050"/>
                </a:solidFill>
                <a:latin typeface="Consolas"/>
                <a:ea typeface="Consolas"/>
                <a:cs typeface="Consolas"/>
                <a:sym typeface="Consolas"/>
              </a:defRPr>
            </a:pPr>
            <a:r>
              <a:t>    &lt;p&gt;</a:t>
            </a:r>
            <a:r>
              <a:rPr>
                <a:solidFill>
                  <a:schemeClr val="accent1"/>
                </a:solidFill>
              </a:rPr>
              <a:t>0</a:t>
            </a:r>
            <a:r>
              <a:t>&lt;/p&gt;</a:t>
            </a:r>
            <a:endParaRPr sz="1200"/>
          </a:p>
          <a:p>
            <a:pPr>
              <a:spcBef>
                <a:spcPts val="600"/>
              </a:spcBef>
              <a:defRPr sz="1400">
                <a:solidFill>
                  <a:srgbClr val="00B050"/>
                </a:solidFill>
                <a:latin typeface="Consolas"/>
                <a:ea typeface="Consolas"/>
                <a:cs typeface="Consolas"/>
                <a:sym typeface="Consolas"/>
              </a:defRPr>
            </a:pPr>
            <a:r>
              <a:t>&lt;/div&gt;</a:t>
            </a:r>
          </a:p>
        </p:txBody>
      </p:sp>
      <p:sp>
        <p:nvSpPr>
          <p:cNvPr id="949" name="Content Placeholder 3"/>
          <p:cNvSpPr txBox="1"/>
          <p:nvPr/>
        </p:nvSpPr>
        <p:spPr>
          <a:xfrm>
            <a:off x="5901214" y="1079500"/>
            <a:ext cx="5784819" cy="348361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10000"/>
              </a:lnSpc>
              <a:spcBef>
                <a:spcPts val="100"/>
              </a:spcBef>
              <a:defRPr sz="1400">
                <a:solidFill>
                  <a:srgbClr val="008ACF"/>
                </a:solidFill>
                <a:latin typeface="Consolas"/>
                <a:ea typeface="Consolas"/>
                <a:cs typeface="Consolas"/>
                <a:sym typeface="Consolas"/>
              </a:defRPr>
            </a:pPr>
            <a:r>
              <a:t>const</a:t>
            </a:r>
            <a:r>
              <a:rPr>
                <a:solidFill>
                  <a:schemeClr val="accent1"/>
                </a:solidFill>
              </a:rPr>
              <a:t> list = </a:t>
            </a:r>
            <a:r>
              <a:t>document</a:t>
            </a:r>
            <a:r>
              <a:rPr>
                <a:solidFill>
                  <a:schemeClr val="accent1"/>
                </a:solidFill>
              </a:rPr>
              <a:t>.querySelector(</a:t>
            </a:r>
            <a:r>
              <a:rPr>
                <a:solidFill>
                  <a:srgbClr val="C00000"/>
                </a:solidFill>
              </a:rPr>
              <a:t>'#app .list'</a:t>
            </a:r>
            <a:r>
              <a:rPr>
                <a:solidFill>
                  <a:schemeClr val="accent1"/>
                </a:solidFill>
              </a:rPr>
              <a:t>);</a:t>
            </a:r>
            <a:endParaRPr sz="1200"/>
          </a:p>
          <a:p>
            <a:pPr>
              <a:lnSpc>
                <a:spcPct val="110000"/>
              </a:lnSpc>
              <a:spcBef>
                <a:spcPts val="100"/>
              </a:spcBef>
              <a:defRPr sz="1400">
                <a:solidFill>
                  <a:srgbClr val="008ACF"/>
                </a:solidFill>
                <a:latin typeface="Consolas"/>
                <a:ea typeface="Consolas"/>
                <a:cs typeface="Consolas"/>
                <a:sym typeface="Consolas"/>
              </a:defRPr>
            </a:pPr>
            <a:r>
              <a:t>const</a:t>
            </a:r>
            <a:r>
              <a:rPr>
                <a:solidFill>
                  <a:schemeClr val="accent1"/>
                </a:solidFill>
              </a:rPr>
              <a:t> addElement = () =&gt; {</a:t>
            </a:r>
            <a:br>
              <a:rPr>
                <a:solidFill>
                  <a:schemeClr val="accent1"/>
                </a:solidFill>
              </a:rPr>
            </a:br>
            <a:r>
              <a:rPr>
                <a:solidFill>
                  <a:schemeClr val="accent1"/>
                </a:solidFill>
              </a:rPr>
              <a:t>    const input = </a:t>
            </a:r>
            <a:r>
              <a:t>document</a:t>
            </a:r>
            <a:r>
              <a:rPr>
                <a:solidFill>
                  <a:schemeClr val="accent1"/>
                </a:solidFill>
              </a:rPr>
              <a:t>.querySelector(</a:t>
            </a:r>
            <a:br>
              <a:rPr>
                <a:solidFill>
                  <a:schemeClr val="accent1"/>
                </a:solidFill>
              </a:rPr>
            </a:br>
            <a:r>
              <a:rPr>
                <a:solidFill>
                  <a:schemeClr val="accent1"/>
                </a:solidFill>
              </a:rPr>
              <a:t>        </a:t>
            </a:r>
            <a:r>
              <a:rPr>
                <a:solidFill>
                  <a:srgbClr val="C00000"/>
                </a:solidFill>
              </a:rPr>
              <a:t>"input[name='content']"</a:t>
            </a:r>
            <a:br>
              <a:rPr>
                <a:solidFill>
                  <a:srgbClr val="C00000"/>
                </a:solidFill>
              </a:rPr>
            </a:br>
            <a:r>
              <a:rPr>
                <a:solidFill>
                  <a:schemeClr val="accent1"/>
                </a:solidFill>
              </a:rPr>
              <a:t>    );</a:t>
            </a:r>
            <a:br>
              <a:rPr>
                <a:solidFill>
                  <a:schemeClr val="accent1"/>
                </a:solidFill>
              </a:rPr>
            </a:br>
            <a:r>
              <a:rPr>
                <a:solidFill>
                  <a:schemeClr val="accent1"/>
                </a:solidFill>
              </a:rPr>
              <a:t>    </a:t>
            </a:r>
            <a:r>
              <a:t>const</a:t>
            </a:r>
            <a:r>
              <a:rPr>
                <a:solidFill>
                  <a:schemeClr val="accent1"/>
                </a:solidFill>
              </a:rPr>
              <a:t> element = </a:t>
            </a:r>
            <a:r>
              <a:t>document</a:t>
            </a:r>
            <a:r>
              <a:rPr>
                <a:solidFill>
                  <a:schemeClr val="accent1"/>
                </a:solidFill>
              </a:rPr>
              <a:t>.createElement(</a:t>
            </a:r>
            <a:r>
              <a:rPr>
                <a:solidFill>
                  <a:srgbClr val="C00000"/>
                </a:solidFill>
              </a:rPr>
              <a:t>'li'</a:t>
            </a:r>
            <a:r>
              <a:rPr>
                <a:solidFill>
                  <a:schemeClr val="accent1"/>
                </a:solidFill>
              </a:rPr>
              <a:t>);</a:t>
            </a:r>
            <a:endParaRPr sz="1200"/>
          </a:p>
          <a:p>
            <a:pPr>
              <a:lnSpc>
                <a:spcPct val="110000"/>
              </a:lnSpc>
              <a:spcBef>
                <a:spcPts val="100"/>
              </a:spcBef>
              <a:defRPr sz="1400">
                <a:latin typeface="Consolas"/>
                <a:ea typeface="Consolas"/>
                <a:cs typeface="Consolas"/>
                <a:sym typeface="Consolas"/>
              </a:defRPr>
            </a:pPr>
            <a:r>
              <a:t>    element.innerText = input.value.trim();</a:t>
            </a:r>
            <a:endParaRPr sz="1200"/>
          </a:p>
          <a:p>
            <a:pPr>
              <a:lnSpc>
                <a:spcPct val="110000"/>
              </a:lnSpc>
              <a:spcBef>
                <a:spcPts val="100"/>
              </a:spcBef>
              <a:defRPr sz="1400">
                <a:latin typeface="Consolas"/>
                <a:ea typeface="Consolas"/>
                <a:cs typeface="Consolas"/>
                <a:sym typeface="Consolas"/>
              </a:defRPr>
            </a:pPr>
            <a:r>
              <a:t>    list.appendChild(element);</a:t>
            </a:r>
            <a:endParaRPr sz="1200"/>
          </a:p>
          <a:p>
            <a:pPr>
              <a:lnSpc>
                <a:spcPct val="110000"/>
              </a:lnSpc>
              <a:spcBef>
                <a:spcPts val="100"/>
              </a:spcBef>
              <a:defRPr sz="1400">
                <a:latin typeface="Consolas"/>
                <a:ea typeface="Consolas"/>
                <a:cs typeface="Consolas"/>
                <a:sym typeface="Consolas"/>
              </a:defRPr>
            </a:pPr>
            <a:r>
              <a:t>    </a:t>
            </a:r>
            <a:r>
              <a:rPr>
                <a:solidFill>
                  <a:srgbClr val="008ACF"/>
                </a:solidFill>
              </a:rPr>
              <a:t>document</a:t>
            </a:r>
            <a:r>
              <a:t>.querySelector(</a:t>
            </a:r>
            <a:r>
              <a:rPr>
                <a:solidFill>
                  <a:srgbClr val="C00000"/>
                </a:solidFill>
              </a:rPr>
              <a:t>'#app p'</a:t>
            </a:r>
            <a:r>
              <a:t>).innerText = </a:t>
            </a:r>
            <a:br/>
            <a:r>
              <a:t>        list.children.length;</a:t>
            </a:r>
            <a:br/>
            <a:r>
              <a:t>};</a:t>
            </a:r>
            <a:endParaRPr sz="1200"/>
          </a:p>
          <a:p>
            <a:pPr>
              <a:lnSpc>
                <a:spcPct val="110000"/>
              </a:lnSpc>
              <a:spcBef>
                <a:spcPts val="100"/>
              </a:spcBef>
              <a:defRPr sz="1400">
                <a:latin typeface="Consolas"/>
                <a:ea typeface="Consolas"/>
                <a:cs typeface="Consolas"/>
                <a:sym typeface="Consolas"/>
              </a:defRPr>
            </a:pPr>
          </a:p>
          <a:p>
            <a:pPr>
              <a:lnSpc>
                <a:spcPct val="110000"/>
              </a:lnSpc>
              <a:spcBef>
                <a:spcPts val="100"/>
              </a:spcBef>
              <a:defRPr sz="1400">
                <a:solidFill>
                  <a:srgbClr val="008ACF"/>
                </a:solidFill>
                <a:latin typeface="Consolas"/>
                <a:ea typeface="Consolas"/>
                <a:cs typeface="Consolas"/>
                <a:sym typeface="Consolas"/>
              </a:defRPr>
            </a:pPr>
            <a:r>
              <a:t>const</a:t>
            </a:r>
            <a:r>
              <a:rPr>
                <a:solidFill>
                  <a:schemeClr val="accent1"/>
                </a:solidFill>
              </a:rPr>
              <a:t> button = </a:t>
            </a:r>
            <a:r>
              <a:t>document</a:t>
            </a:r>
            <a:r>
              <a:rPr>
                <a:solidFill>
                  <a:schemeClr val="accent1"/>
                </a:solidFill>
              </a:rPr>
              <a:t>.querySelector(</a:t>
            </a:r>
            <a:r>
              <a:rPr>
                <a:solidFill>
                  <a:srgbClr val="C00000"/>
                </a:solidFill>
              </a:rPr>
              <a:t>'.button'</a:t>
            </a:r>
            <a:r>
              <a:rPr>
                <a:solidFill>
                  <a:schemeClr val="accent1"/>
                </a:solidFill>
              </a:rPr>
              <a:t>);</a:t>
            </a:r>
            <a:endParaRPr sz="1200"/>
          </a:p>
          <a:p>
            <a:pPr>
              <a:lnSpc>
                <a:spcPct val="110000"/>
              </a:lnSpc>
              <a:spcBef>
                <a:spcPts val="100"/>
              </a:spcBef>
              <a:defRPr sz="1400">
                <a:latin typeface="Consolas"/>
                <a:ea typeface="Consolas"/>
                <a:cs typeface="Consolas"/>
                <a:sym typeface="Consolas"/>
              </a:defRPr>
            </a:pPr>
            <a:r>
              <a:t>button.addEventListener(</a:t>
            </a:r>
            <a:r>
              <a:rPr>
                <a:solidFill>
                  <a:srgbClr val="C00000"/>
                </a:solidFill>
              </a:rPr>
              <a:t>'click'</a:t>
            </a:r>
            <a:r>
              <a:t>, addElement);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9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949" grpId="1"/>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1"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52" name="Title 3"/>
          <p:cNvSpPr txBox="1"/>
          <p:nvPr>
            <p:ph type="title"/>
          </p:nvPr>
        </p:nvSpPr>
        <p:spPr>
          <a:xfrm>
            <a:off x="457200" y="2292310"/>
            <a:ext cx="7450140" cy="923331"/>
          </a:xfrm>
          <a:prstGeom prst="rect">
            <a:avLst/>
          </a:prstGeom>
        </p:spPr>
        <p:txBody>
          <a:bodyPr/>
          <a:lstStyle/>
          <a:p>
            <a:pPr/>
            <a:r>
              <a:t>Callbacks &amp; Promises</a:t>
            </a:r>
          </a:p>
        </p:txBody>
      </p:sp>
      <p:sp>
        <p:nvSpPr>
          <p:cNvPr id="953" name="Text Placeholder 4"/>
          <p:cNvSpPr txBox="1"/>
          <p:nvPr>
            <p:ph type="body" sz="half" idx="1"/>
          </p:nvPr>
        </p:nvSpPr>
        <p:spPr>
          <a:prstGeom prst="rect">
            <a:avLst/>
          </a:prstGeom>
        </p:spPr>
        <p:txBody>
          <a:bodyPr/>
          <a:lstStyle/>
          <a:p>
            <a:pP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5"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56" name="Text Placeholder 4"/>
          <p:cNvSpPr txBox="1"/>
          <p:nvPr>
            <p:ph type="body" sz="quarter" idx="1"/>
          </p:nvPr>
        </p:nvSpPr>
        <p:spPr>
          <a:xfrm>
            <a:off x="457200" y="231494"/>
            <a:ext cx="3611880" cy="225706"/>
          </a:xfrm>
          <a:prstGeom prst="rect">
            <a:avLst/>
          </a:prstGeom>
        </p:spPr>
        <p:txBody>
          <a:bodyPr/>
          <a:lstStyle/>
          <a:p>
            <a:pPr/>
            <a:r>
              <a:t>Callbacks &amp; Promises</a:t>
            </a:r>
          </a:p>
        </p:txBody>
      </p:sp>
      <p:sp>
        <p:nvSpPr>
          <p:cNvPr id="957" name="Title 3"/>
          <p:cNvSpPr txBox="1"/>
          <p:nvPr>
            <p:ph type="title"/>
          </p:nvPr>
        </p:nvSpPr>
        <p:spPr>
          <a:prstGeom prst="rect">
            <a:avLst/>
          </a:prstGeom>
        </p:spPr>
        <p:txBody>
          <a:bodyPr/>
          <a:lstStyle/>
          <a:p>
            <a:pPr/>
            <a:r>
              <a:t>Asynchronous JavaScript in a nutshell</a:t>
            </a:r>
          </a:p>
        </p:txBody>
      </p:sp>
      <p:sp>
        <p:nvSpPr>
          <p:cNvPr id="958" name="Tartalom helye 6"/>
          <p:cNvSpPr txBox="1"/>
          <p:nvPr/>
        </p:nvSpPr>
        <p:spPr>
          <a:xfrm>
            <a:off x="411700" y="1079499"/>
            <a:ext cx="5414493" cy="56712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spcBef>
                <a:spcPts val="600"/>
              </a:spcBef>
              <a:buSzPct val="100000"/>
              <a:buFont typeface="Arial"/>
              <a:buChar char="•"/>
            </a:pPr>
            <a:r>
              <a:t>Asynchronous programming is a way for a computer program to handle multiple tasks simultaneously rather than executing them one after the other</a:t>
            </a:r>
            <a:endParaRPr sz="1200"/>
          </a:p>
          <a:p>
            <a:pPr marL="285750" indent="-285750">
              <a:spcBef>
                <a:spcPts val="600"/>
              </a:spcBef>
              <a:buSzPct val="100000"/>
              <a:buFont typeface="Arial"/>
              <a:buChar char="•"/>
            </a:pPr>
            <a:r>
              <a:t>Allows a program to continue working on other tasks while waiting for external events</a:t>
            </a:r>
            <a:endParaRPr sz="1200"/>
          </a:p>
          <a:p>
            <a:pPr marL="285750" indent="-285750">
              <a:spcBef>
                <a:spcPts val="600"/>
              </a:spcBef>
              <a:buSzPct val="100000"/>
              <a:buFont typeface="Arial"/>
              <a:buChar char="•"/>
            </a:pPr>
            <a:r>
              <a:t>Improve performance and responsiveness</a:t>
            </a:r>
            <a:endParaRPr sz="1200"/>
          </a:p>
          <a:p>
            <a:pPr lvl="1" marL="971550" indent="-285750">
              <a:spcBef>
                <a:spcPts val="600"/>
              </a:spcBef>
              <a:buSzPct val="100000"/>
              <a:buFont typeface="Arial"/>
              <a:buChar char="•"/>
              <a:defRPr sz="1400"/>
            </a:pPr>
            <a:r>
              <a:t>Events (wait for user to click…?)</a:t>
            </a:r>
            <a:endParaRPr sz="1200"/>
          </a:p>
          <a:p>
            <a:pPr lvl="1" marL="971550" indent="-285750">
              <a:spcBef>
                <a:spcPts val="600"/>
              </a:spcBef>
              <a:buSzPct val="100000"/>
              <a:buFont typeface="Arial"/>
              <a:buChar char="•"/>
              <a:defRPr sz="1400"/>
            </a:pPr>
            <a:r>
              <a:t>Timers (e.g. do nothing for X seconds…?)</a:t>
            </a:r>
            <a:endParaRPr sz="1200"/>
          </a:p>
          <a:p>
            <a:pPr lvl="1" marL="971550" indent="-285750">
              <a:spcBef>
                <a:spcPts val="600"/>
              </a:spcBef>
              <a:buSzPct val="100000"/>
              <a:buFont typeface="Arial"/>
              <a:buChar char="•"/>
              <a:defRPr sz="1400"/>
            </a:pPr>
            <a:r>
              <a:t>HTTP requests (e.g. XHR or Fetch – block everything till data arrives…?)</a:t>
            </a:r>
            <a:endParaRPr sz="1200"/>
          </a:p>
          <a:p>
            <a:pPr marL="285750" indent="-285750">
              <a:spcBef>
                <a:spcPts val="600"/>
              </a:spcBef>
              <a:buSzPct val="100000"/>
              <a:buFont typeface="Arial"/>
              <a:buChar char="•"/>
            </a:pPr>
            <a:r>
              <a:t>JS is single-threaded – it carries out async operations via callback queue and event loop</a:t>
            </a:r>
            <a:endParaRPr sz="1200"/>
          </a:p>
          <a:p>
            <a:pPr lvl="1" marL="971550" indent="-285750">
              <a:spcBef>
                <a:spcPts val="600"/>
              </a:spcBef>
              <a:buSzPct val="100000"/>
              <a:buFont typeface="Arial"/>
              <a:buChar char="•"/>
            </a:pPr>
            <a:r>
              <a:t>JS is synchronous and has a single call stack</a:t>
            </a:r>
            <a:endParaRPr sz="1200"/>
          </a:p>
          <a:p>
            <a:pPr lvl="1" marL="971550" indent="-285750">
              <a:spcBef>
                <a:spcPts val="600"/>
              </a:spcBef>
              <a:buSzPct val="100000"/>
              <a:buFont typeface="Arial"/>
              <a:buChar char="•"/>
            </a:pPr>
            <a:r>
              <a:t>Code is executed in last-in first out (LIFO)</a:t>
            </a:r>
            <a:endParaRPr sz="1200"/>
          </a:p>
          <a:p>
            <a:pPr marL="285750" indent="-285750">
              <a:spcBef>
                <a:spcPts val="600"/>
              </a:spcBef>
            </a:pPr>
          </a:p>
          <a:p>
            <a:pPr marL="285750" indent="-285750" algn="ctr">
              <a:spcBef>
                <a:spcPts val="600"/>
              </a:spcBef>
              <a:defRPr sz="1200"/>
            </a:pPr>
            <a:r>
              <a:rPr u="sng">
                <a:solidFill>
                  <a:schemeClr val="accent2"/>
                </a:solidFill>
                <a:uFill>
                  <a:solidFill>
                    <a:schemeClr val="accent2"/>
                  </a:solidFill>
                </a:uFill>
                <a:hlinkClick r:id="rId2" invalidUrl="" action="" tgtFrame="" tooltip="" history="1" highlightClick="0" endSnd="0"/>
              </a:rPr>
              <a:t>https://semaphoreci.com/blog/asynchronous-javascript</a:t>
            </a:r>
          </a:p>
          <a:p>
            <a:pPr marL="285750" indent="-285750" algn="ctr">
              <a:spcBef>
                <a:spcPts val="600"/>
              </a:spcBef>
              <a:defRPr sz="1200"/>
            </a:pPr>
            <a:r>
              <a:rPr u="sng">
                <a:solidFill>
                  <a:schemeClr val="accent2"/>
                </a:solidFill>
                <a:uFill>
                  <a:solidFill>
                    <a:schemeClr val="accent2"/>
                  </a:solidFill>
                </a:uFill>
                <a:hlinkClick r:id="rId3" invalidUrl="" action="" tgtFrame="" tooltip="" history="1" highlightClick="0" endSnd="0"/>
              </a:rPr>
              <a:t>https://www.freecodecamp.org/news/asynchronous-programming-in-javascript/</a:t>
            </a:r>
          </a:p>
        </p:txBody>
      </p:sp>
      <p:pic>
        <p:nvPicPr>
          <p:cNvPr id="959" name="Picture 7" descr="Picture 7"/>
          <p:cNvPicPr>
            <a:picLocks noChangeAspect="1"/>
          </p:cNvPicPr>
          <p:nvPr/>
        </p:nvPicPr>
        <p:blipFill>
          <a:blip r:embed="rId4">
            <a:extLst/>
          </a:blip>
          <a:stretch>
            <a:fillRect/>
          </a:stretch>
        </p:blipFill>
        <p:spPr>
          <a:xfrm>
            <a:off x="6320089" y="1079500"/>
            <a:ext cx="5627078" cy="4220308"/>
          </a:xfrm>
          <a:prstGeom prst="rect">
            <a:avLst/>
          </a:prstGeom>
          <a:ln w="12700">
            <a:miter lim="400000"/>
          </a:ln>
        </p:spPr>
      </p:pic>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1"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62" name="Title 3"/>
          <p:cNvSpPr txBox="1"/>
          <p:nvPr>
            <p:ph type="title"/>
          </p:nvPr>
        </p:nvSpPr>
        <p:spPr>
          <a:xfrm>
            <a:off x="457199" y="457200"/>
            <a:ext cx="11274554" cy="457200"/>
          </a:xfrm>
          <a:prstGeom prst="rect">
            <a:avLst/>
          </a:prstGeom>
        </p:spPr>
        <p:txBody>
          <a:bodyPr/>
          <a:lstStyle/>
          <a:p>
            <a:pPr/>
            <a:r>
              <a:t>JavaScript concurrency model</a:t>
            </a:r>
          </a:p>
        </p:txBody>
      </p:sp>
      <p:sp>
        <p:nvSpPr>
          <p:cNvPr id="963" name="Text Placeholder 4"/>
          <p:cNvSpPr txBox="1"/>
          <p:nvPr>
            <p:ph type="body" sz="quarter" idx="1"/>
          </p:nvPr>
        </p:nvSpPr>
        <p:spPr>
          <a:xfrm>
            <a:off x="457200" y="231494"/>
            <a:ext cx="3611880" cy="225706"/>
          </a:xfrm>
          <a:prstGeom prst="rect">
            <a:avLst/>
          </a:prstGeom>
        </p:spPr>
        <p:txBody>
          <a:bodyPr/>
          <a:lstStyle/>
          <a:p>
            <a:pPr/>
            <a:r>
              <a:t>Callbacks &amp; Promises</a:t>
            </a:r>
          </a:p>
        </p:txBody>
      </p:sp>
      <p:sp>
        <p:nvSpPr>
          <p:cNvPr id="964" name="Tartalom helye 2"/>
          <p:cNvSpPr txBox="1"/>
          <p:nvPr/>
        </p:nvSpPr>
        <p:spPr>
          <a:xfrm>
            <a:off x="502920" y="1079499"/>
            <a:ext cx="11083100" cy="20094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spcBef>
                <a:spcPts val="1000"/>
              </a:spcBef>
              <a:buSzPct val="100000"/>
              <a:buFont typeface="Arial"/>
              <a:buChar char="•"/>
            </a:pPr>
            <a:r>
              <a:t>JavaScript has a concurrency model based on „event loop”</a:t>
            </a:r>
            <a:endParaRPr sz="1200"/>
          </a:p>
          <a:p>
            <a:pPr marL="285750" indent="-285750">
              <a:spcBef>
                <a:spcPts val="1000"/>
              </a:spcBef>
              <a:buSzPct val="100000"/>
              <a:buFont typeface="Arial"/>
              <a:buChar char="•"/>
            </a:pPr>
            <a:r>
              <a:t>Three main parts:</a:t>
            </a:r>
            <a:r>
              <a:rPr b="1"/>
              <a:t> heap, stack </a:t>
            </a:r>
            <a:r>
              <a:t>and</a:t>
            </a:r>
            <a:r>
              <a:rPr b="1"/>
              <a:t> message queue</a:t>
            </a:r>
            <a:r>
              <a:t>.</a:t>
            </a:r>
            <a:endParaRPr sz="1200"/>
          </a:p>
          <a:p>
            <a:pPr marL="285750" indent="-285750">
              <a:spcBef>
                <a:spcPts val="1000"/>
              </a:spcBef>
              <a:buSzPct val="100000"/>
              <a:buFont typeface="Arial"/>
              <a:buChar char="•"/>
            </a:pPr>
            <a:r>
              <a:t>At some time during the event loop, the JS runtime starts processing the messages on the message queue</a:t>
            </a:r>
            <a:endParaRPr sz="1200"/>
          </a:p>
          <a:p>
            <a:pPr marL="285750" indent="-285750">
              <a:spcBef>
                <a:spcPts val="1000"/>
              </a:spcBef>
              <a:buSzPct val="100000"/>
              <a:buFont typeface="Arial"/>
              <a:buChar char="•"/>
            </a:pPr>
            <a:r>
              <a:t>Event handlers, XMLHttpRequest and timers can push messages to the message queue</a:t>
            </a:r>
            <a:endParaRPr sz="1200"/>
          </a:p>
          <a:p>
            <a:pPr marL="285750" indent="-285750">
              <a:spcBef>
                <a:spcPts val="1000"/>
              </a:spcBef>
              <a:buSzPct val="100000"/>
              <a:buFont typeface="Arial"/>
              <a:buChar char="•"/>
            </a:pPr>
            <a:r>
              <a:t>Each message has a </a:t>
            </a:r>
            <a:r>
              <a:rPr b="1"/>
              <a:t>callback</a:t>
            </a:r>
            <a:r>
              <a:t> associated with it, which will be invoked upon processing.</a:t>
            </a:r>
          </a:p>
        </p:txBody>
      </p:sp>
      <p:sp>
        <p:nvSpPr>
          <p:cNvPr id="965" name="Tartalom helye 6"/>
          <p:cNvSpPr txBox="1"/>
          <p:nvPr/>
        </p:nvSpPr>
        <p:spPr>
          <a:xfrm>
            <a:off x="411700" y="5912527"/>
            <a:ext cx="10728443" cy="5150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285750" indent="-285750">
              <a:spcBef>
                <a:spcPts val="600"/>
              </a:spcBef>
              <a:defRPr sz="1200" u="sng">
                <a:solidFill>
                  <a:schemeClr val="accent2"/>
                </a:solidFill>
                <a:uFill>
                  <a:solidFill>
                    <a:schemeClr val="accent2"/>
                  </a:solidFill>
                </a:uFill>
                <a:hlinkClick r:id="rId2" invalidUrl="" action="" tgtFrame="" tooltip="" history="1" highlightClick="0" endSnd="0"/>
              </a:defRPr>
            </a:lvl1pPr>
          </a:lstStyle>
          <a:p>
            <a:pPr>
              <a:defRPr u="none">
                <a:solidFill>
                  <a:schemeClr val="accent1"/>
                </a:solidFill>
                <a:uFillTx/>
              </a:defRPr>
            </a:pPr>
            <a:r>
              <a:rPr u="sng">
                <a:solidFill>
                  <a:schemeClr val="accent2"/>
                </a:solidFill>
                <a:uFill>
                  <a:solidFill>
                    <a:schemeClr val="accent2"/>
                  </a:solidFill>
                </a:uFill>
                <a:hlinkClick r:id="rId2" invalidUrl="" action="" tgtFrame="" tooltip="" history="1" highlightClick="0" endSnd="0"/>
              </a:rPr>
              <a:t>https://medium.com/sessionstack-blog/how-javascript-works-event-loop-and-the-rise-of-async-programming-5-ways-to-better-coding-with-2f077c4438b5</a:t>
            </a: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7"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68" name="Title 3"/>
          <p:cNvSpPr txBox="1"/>
          <p:nvPr>
            <p:ph type="title"/>
          </p:nvPr>
        </p:nvSpPr>
        <p:spPr>
          <a:xfrm>
            <a:off x="457199" y="457200"/>
            <a:ext cx="11274554" cy="457200"/>
          </a:xfrm>
          <a:prstGeom prst="rect">
            <a:avLst/>
          </a:prstGeom>
        </p:spPr>
        <p:txBody>
          <a:bodyPr/>
          <a:lstStyle/>
          <a:p>
            <a:pPr/>
            <a:r>
              <a:t>Asynchronous functions</a:t>
            </a:r>
          </a:p>
        </p:txBody>
      </p:sp>
      <p:sp>
        <p:nvSpPr>
          <p:cNvPr id="969" name="Text Placeholder 4"/>
          <p:cNvSpPr txBox="1"/>
          <p:nvPr>
            <p:ph type="body" sz="quarter" idx="1"/>
          </p:nvPr>
        </p:nvSpPr>
        <p:spPr>
          <a:xfrm>
            <a:off x="457200" y="231494"/>
            <a:ext cx="3611880" cy="225706"/>
          </a:xfrm>
          <a:prstGeom prst="rect">
            <a:avLst/>
          </a:prstGeom>
        </p:spPr>
        <p:txBody>
          <a:bodyPr/>
          <a:lstStyle/>
          <a:p>
            <a:pPr/>
            <a:r>
              <a:t>Callbacks &amp; Promises</a:t>
            </a:r>
          </a:p>
        </p:txBody>
      </p:sp>
      <p:sp>
        <p:nvSpPr>
          <p:cNvPr id="970" name="TextBox 5"/>
          <p:cNvSpPr txBox="1"/>
          <p:nvPr/>
        </p:nvSpPr>
        <p:spPr>
          <a:xfrm>
            <a:off x="457199" y="1366463"/>
            <a:ext cx="11111502" cy="3632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69CD6"/>
                </a:solidFill>
                <a:latin typeface="Consolas"/>
                <a:ea typeface="Consolas"/>
                <a:cs typeface="Consolas"/>
                <a:sym typeface="Consolas"/>
              </a:defRPr>
            </a:pPr>
            <a:r>
              <a:t>const</a:t>
            </a:r>
            <a:r>
              <a:rPr>
                <a:solidFill>
                  <a:srgbClr val="D4D4D4"/>
                </a:solidFill>
              </a:rPr>
              <a:t> </a:t>
            </a:r>
            <a:r>
              <a:rPr>
                <a:solidFill>
                  <a:srgbClr val="DCDCAA"/>
                </a:solidFill>
              </a:rPr>
              <a:t>printNumber</a:t>
            </a:r>
            <a:r>
              <a:rPr>
                <a:solidFill>
                  <a:srgbClr val="D4D4D4"/>
                </a:solidFill>
              </a:rPr>
              <a:t> = (</a:t>
            </a:r>
            <a:r>
              <a:rPr>
                <a:solidFill>
                  <a:srgbClr val="9CDCFE"/>
                </a:solidFill>
              </a:rPr>
              <a:t>num</a:t>
            </a:r>
            <a:r>
              <a:rPr>
                <a:solidFill>
                  <a:srgbClr val="D4D4D4"/>
                </a:solidFill>
              </a:rPr>
              <a:t>) </a:t>
            </a:r>
            <a:r>
              <a:t>=&gt;</a:t>
            </a:r>
            <a:r>
              <a:rPr>
                <a:solidFill>
                  <a:srgbClr val="D4D4D4"/>
                </a:solidFill>
              </a:rPr>
              <a:t> {</a:t>
            </a:r>
            <a:endParaRPr>
              <a:solidFill>
                <a:srgbClr val="D4D4D4"/>
              </a:solidFill>
            </a:endParaRPr>
          </a:p>
          <a:p>
            <a:pPr>
              <a:defRPr>
                <a:solidFill>
                  <a:srgbClr val="D4D4D4"/>
                </a:solidFill>
                <a:latin typeface="Consolas"/>
                <a:ea typeface="Consolas"/>
                <a:cs typeface="Consolas"/>
                <a:sym typeface="Consolas"/>
              </a:defRPr>
            </a:pPr>
            <a:r>
              <a:t>  </a:t>
            </a:r>
            <a:r>
              <a:rPr>
                <a:solidFill>
                  <a:srgbClr val="DCDCAA"/>
                </a:solidFill>
              </a:rPr>
              <a:t>setTimeout</a:t>
            </a:r>
            <a:r>
              <a:t>(() </a:t>
            </a:r>
            <a:r>
              <a:rPr>
                <a:solidFill>
                  <a:srgbClr val="569CD6"/>
                </a:solidFill>
              </a:rPr>
              <a:t>=&gt;</a:t>
            </a:r>
            <a:r>
              <a:t> {</a:t>
            </a:r>
          </a:p>
          <a:p>
            <a:pPr>
              <a:defRPr>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CE9178"/>
                </a:solidFill>
              </a:rPr>
              <a:t>"Your number is: "</a:t>
            </a:r>
            <a:r>
              <a:t>, </a:t>
            </a:r>
            <a:r>
              <a:rPr>
                <a:solidFill>
                  <a:srgbClr val="9CDCFE"/>
                </a:solidFill>
              </a:rPr>
              <a:t>num</a:t>
            </a:r>
            <a:r>
              <a:t>);</a:t>
            </a:r>
          </a:p>
          <a:p>
            <a:pPr>
              <a:defRPr>
                <a:solidFill>
                  <a:srgbClr val="D4D4D4"/>
                </a:solidFill>
                <a:latin typeface="Consolas"/>
                <a:ea typeface="Consolas"/>
                <a:cs typeface="Consolas"/>
                <a:sym typeface="Consolas"/>
              </a:defRPr>
            </a:pPr>
            <a:r>
              <a:t>  }, </a:t>
            </a:r>
            <a:r>
              <a:rPr>
                <a:solidFill>
                  <a:srgbClr val="9CDCFE"/>
                </a:solidFill>
              </a:rPr>
              <a:t>Math</a:t>
            </a:r>
            <a:r>
              <a:t>.</a:t>
            </a:r>
            <a:r>
              <a:rPr>
                <a:solidFill>
                  <a:srgbClr val="DCDCAA"/>
                </a:solidFill>
              </a:rPr>
              <a:t>floor</a:t>
            </a:r>
            <a:r>
              <a:t>(</a:t>
            </a:r>
            <a:r>
              <a:rPr>
                <a:solidFill>
                  <a:srgbClr val="9CDCFE"/>
                </a:solidFill>
              </a:rPr>
              <a:t>Math</a:t>
            </a:r>
            <a:r>
              <a:t>.</a:t>
            </a:r>
            <a:r>
              <a:rPr>
                <a:solidFill>
                  <a:srgbClr val="DCDCAA"/>
                </a:solidFill>
              </a:rPr>
              <a:t>random</a:t>
            </a:r>
            <a:r>
              <a:t>() * </a:t>
            </a:r>
            <a:r>
              <a:rPr>
                <a:solidFill>
                  <a:srgbClr val="B5CEA8"/>
                </a:solidFill>
              </a:rPr>
              <a:t>100</a:t>
            </a:r>
            <a:r>
              <a:t>) + </a:t>
            </a:r>
            <a:r>
              <a:rPr>
                <a:solidFill>
                  <a:srgbClr val="B5CEA8"/>
                </a:solidFill>
              </a:rPr>
              <a:t>1</a:t>
            </a:r>
            <a:r>
              <a:t>);</a:t>
            </a:r>
          </a:p>
          <a:p>
            <a:pPr>
              <a:defRPr>
                <a:solidFill>
                  <a:srgbClr val="D4D4D4"/>
                </a:solidFill>
                <a:latin typeface="Consolas"/>
                <a:ea typeface="Consolas"/>
                <a:cs typeface="Consolas"/>
                <a:sym typeface="Consolas"/>
              </a:defRPr>
            </a:pPr>
            <a:r>
              <a:t>};</a:t>
            </a:r>
          </a:p>
          <a:p>
            <a:pPr>
              <a:defRPr>
                <a:solidFill>
                  <a:srgbClr val="D4D4D4"/>
                </a:solidFill>
                <a:latin typeface="Consolas"/>
                <a:ea typeface="Consolas"/>
                <a:cs typeface="Consolas"/>
                <a:sym typeface="Consolas"/>
              </a:defRPr>
            </a:pPr>
            <a:br/>
            <a:r>
              <a:rPr>
                <a:solidFill>
                  <a:srgbClr val="569CD6"/>
                </a:solidFill>
              </a:rPr>
              <a:t>const</a:t>
            </a:r>
            <a:r>
              <a:t> </a:t>
            </a:r>
            <a:r>
              <a:rPr>
                <a:solidFill>
                  <a:srgbClr val="DCDCAA"/>
                </a:solidFill>
              </a:rPr>
              <a:t>countToThree</a:t>
            </a:r>
            <a:r>
              <a:t> = () </a:t>
            </a:r>
            <a:r>
              <a:rPr>
                <a:solidFill>
                  <a:srgbClr val="569CD6"/>
                </a:solidFill>
              </a:rPr>
              <a:t>=&gt;</a:t>
            </a:r>
            <a:r>
              <a:t> {</a:t>
            </a:r>
          </a:p>
          <a:p>
            <a:pPr>
              <a:defRPr>
                <a:solidFill>
                  <a:srgbClr val="D4D4D4"/>
                </a:solidFill>
                <a:latin typeface="Consolas"/>
                <a:ea typeface="Consolas"/>
                <a:cs typeface="Consolas"/>
                <a:sym typeface="Consolas"/>
              </a:defRPr>
            </a:pPr>
            <a:r>
              <a:t>  </a:t>
            </a:r>
            <a:r>
              <a:rPr>
                <a:solidFill>
                  <a:srgbClr val="DCDCAA"/>
                </a:solidFill>
              </a:rPr>
              <a:t>printNumber</a:t>
            </a:r>
            <a:r>
              <a:t>(</a:t>
            </a:r>
            <a:r>
              <a:rPr>
                <a:solidFill>
                  <a:srgbClr val="B5CEA8"/>
                </a:solidFill>
              </a:rPr>
              <a:t>1</a:t>
            </a:r>
            <a:r>
              <a:t>);</a:t>
            </a:r>
          </a:p>
          <a:p>
            <a:pPr>
              <a:defRPr>
                <a:solidFill>
                  <a:srgbClr val="D4D4D4"/>
                </a:solidFill>
                <a:latin typeface="Consolas"/>
                <a:ea typeface="Consolas"/>
                <a:cs typeface="Consolas"/>
                <a:sym typeface="Consolas"/>
              </a:defRPr>
            </a:pPr>
            <a:r>
              <a:t>  </a:t>
            </a:r>
            <a:r>
              <a:rPr>
                <a:solidFill>
                  <a:srgbClr val="DCDCAA"/>
                </a:solidFill>
              </a:rPr>
              <a:t>printNumber</a:t>
            </a:r>
            <a:r>
              <a:t>(</a:t>
            </a:r>
            <a:r>
              <a:rPr>
                <a:solidFill>
                  <a:srgbClr val="B5CEA8"/>
                </a:solidFill>
              </a:rPr>
              <a:t>2</a:t>
            </a:r>
            <a:r>
              <a:t>);</a:t>
            </a:r>
          </a:p>
          <a:p>
            <a:pPr>
              <a:defRPr>
                <a:solidFill>
                  <a:srgbClr val="D4D4D4"/>
                </a:solidFill>
                <a:latin typeface="Consolas"/>
                <a:ea typeface="Consolas"/>
                <a:cs typeface="Consolas"/>
                <a:sym typeface="Consolas"/>
              </a:defRPr>
            </a:pPr>
            <a:r>
              <a:t>  </a:t>
            </a:r>
            <a:r>
              <a:rPr>
                <a:solidFill>
                  <a:srgbClr val="DCDCAA"/>
                </a:solidFill>
              </a:rPr>
              <a:t>printNumber</a:t>
            </a:r>
            <a:r>
              <a:t>(</a:t>
            </a:r>
            <a:r>
              <a:rPr>
                <a:solidFill>
                  <a:srgbClr val="B5CEA8"/>
                </a:solidFill>
              </a:rPr>
              <a:t>3</a:t>
            </a:r>
            <a:r>
              <a:t>);</a:t>
            </a:r>
          </a:p>
          <a:p>
            <a:pPr>
              <a:defRPr>
                <a:solidFill>
                  <a:srgbClr val="D4D4D4"/>
                </a:solidFill>
                <a:latin typeface="Consolas"/>
                <a:ea typeface="Consolas"/>
                <a:cs typeface="Consolas"/>
                <a:sym typeface="Consolas"/>
              </a:defRPr>
            </a:pPr>
            <a:r>
              <a:t>};</a:t>
            </a:r>
          </a:p>
          <a:p>
            <a:pPr>
              <a:defRPr>
                <a:solidFill>
                  <a:srgbClr val="D4D4D4"/>
                </a:solidFill>
                <a:latin typeface="Consolas"/>
                <a:ea typeface="Consolas"/>
                <a:cs typeface="Consolas"/>
                <a:sym typeface="Consolas"/>
              </a:defRPr>
            </a:pPr>
            <a:br/>
            <a:r>
              <a:rPr>
                <a:solidFill>
                  <a:srgbClr val="DCDCAA"/>
                </a:solidFill>
              </a:rPr>
              <a:t>countToThree</a:t>
            </a:r>
            <a:r>
              <a:t>(); </a:t>
            </a:r>
            <a:r>
              <a:rPr>
                <a:solidFill>
                  <a:srgbClr val="6A9955"/>
                </a:solidFill>
              </a:rPr>
              <a:t>// What is the result of this? Why?</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2"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73" name="Text Placeholder 4"/>
          <p:cNvSpPr txBox="1"/>
          <p:nvPr>
            <p:ph type="body" sz="quarter" idx="1"/>
          </p:nvPr>
        </p:nvSpPr>
        <p:spPr>
          <a:xfrm>
            <a:off x="457200" y="231494"/>
            <a:ext cx="3611880" cy="225706"/>
          </a:xfrm>
          <a:prstGeom prst="rect">
            <a:avLst/>
          </a:prstGeom>
        </p:spPr>
        <p:txBody>
          <a:bodyPr/>
          <a:lstStyle/>
          <a:p>
            <a:pPr/>
            <a:r>
              <a:t>Callbacks &amp; Promises</a:t>
            </a:r>
          </a:p>
        </p:txBody>
      </p:sp>
      <p:sp>
        <p:nvSpPr>
          <p:cNvPr id="974" name="Title 3"/>
          <p:cNvSpPr txBox="1"/>
          <p:nvPr>
            <p:ph type="title"/>
          </p:nvPr>
        </p:nvSpPr>
        <p:spPr>
          <a:prstGeom prst="rect">
            <a:avLst/>
          </a:prstGeom>
        </p:spPr>
        <p:txBody>
          <a:bodyPr/>
          <a:lstStyle/>
          <a:p>
            <a:pPr/>
            <a:r>
              <a:t>Callbacks</a:t>
            </a:r>
          </a:p>
        </p:txBody>
      </p:sp>
      <p:sp>
        <p:nvSpPr>
          <p:cNvPr id="975" name="TextBox 5"/>
          <p:cNvSpPr txBox="1"/>
          <p:nvPr/>
        </p:nvSpPr>
        <p:spPr>
          <a:xfrm>
            <a:off x="6428892" y="914400"/>
            <a:ext cx="5405920" cy="530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a:solidFill>
                  <a:srgbClr val="569CD6"/>
                </a:solidFill>
                <a:latin typeface="Consolas"/>
                <a:ea typeface="Consolas"/>
                <a:cs typeface="Consolas"/>
                <a:sym typeface="Consolas"/>
              </a:defRPr>
            </a:pPr>
            <a:r>
              <a:t>const</a:t>
            </a:r>
            <a:r>
              <a:rPr>
                <a:solidFill>
                  <a:srgbClr val="D4D4D4"/>
                </a:solidFill>
              </a:rPr>
              <a:t> </a:t>
            </a:r>
            <a:r>
              <a:rPr>
                <a:solidFill>
                  <a:srgbClr val="DCDCAA"/>
                </a:solidFill>
              </a:rPr>
              <a:t>printNumber</a:t>
            </a:r>
            <a:r>
              <a:rPr>
                <a:solidFill>
                  <a:srgbClr val="D4D4D4"/>
                </a:solidFill>
              </a:rPr>
              <a:t> = (</a:t>
            </a:r>
            <a:r>
              <a:rPr>
                <a:solidFill>
                  <a:srgbClr val="9CDCFE"/>
                </a:solidFill>
              </a:rPr>
              <a:t>num</a:t>
            </a:r>
            <a:r>
              <a:rPr>
                <a:solidFill>
                  <a:srgbClr val="D4D4D4"/>
                </a:solidFill>
              </a:rPr>
              <a:t>, </a:t>
            </a:r>
            <a:r>
              <a:rPr>
                <a:solidFill>
                  <a:srgbClr val="9CDCFE"/>
                </a:solidFill>
              </a:rPr>
              <a:t>c</a:t>
            </a:r>
            <a:r>
              <a:rPr>
                <a:solidFill>
                  <a:srgbClr val="9CDCFE"/>
                </a:solidFill>
              </a:rPr>
              <a:t>allBackFn</a:t>
            </a:r>
            <a:r>
              <a:rPr>
                <a:solidFill>
                  <a:srgbClr val="D4D4D4"/>
                </a:solidFill>
              </a:rPr>
              <a:t>) </a:t>
            </a:r>
            <a:r>
              <a:t>=&gt;</a:t>
            </a:r>
            <a:r>
              <a:rPr>
                <a:solidFill>
                  <a:srgbClr val="D4D4D4"/>
                </a:solidFill>
              </a:rPr>
              <a:t> {</a:t>
            </a:r>
            <a:endParaRPr>
              <a:solidFill>
                <a:srgbClr val="D4D4D4"/>
              </a:solidFill>
            </a:endParaRPr>
          </a:p>
          <a:p>
            <a:pPr>
              <a:defRPr>
                <a:solidFill>
                  <a:srgbClr val="D4D4D4"/>
                </a:solidFill>
                <a:latin typeface="Consolas"/>
                <a:ea typeface="Consolas"/>
                <a:cs typeface="Consolas"/>
                <a:sym typeface="Consolas"/>
              </a:defRPr>
            </a:pPr>
            <a:r>
              <a:t>  </a:t>
            </a:r>
            <a:r>
              <a:rPr>
                <a:solidFill>
                  <a:srgbClr val="DCDCAA"/>
                </a:solidFill>
              </a:rPr>
              <a:t>setTimeout</a:t>
            </a:r>
            <a:r>
              <a:t>(() </a:t>
            </a:r>
            <a:r>
              <a:rPr>
                <a:solidFill>
                  <a:srgbClr val="569CD6"/>
                </a:solidFill>
              </a:rPr>
              <a:t>=&gt;</a:t>
            </a:r>
            <a:r>
              <a:t> {</a:t>
            </a:r>
          </a:p>
          <a:p>
            <a:pPr>
              <a:defRPr>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CE9178"/>
                </a:solidFill>
              </a:rPr>
              <a:t>"Your number is: "</a:t>
            </a:r>
            <a:r>
              <a:t>, </a:t>
            </a:r>
            <a:r>
              <a:rPr>
                <a:solidFill>
                  <a:srgbClr val="9CDCFE"/>
                </a:solidFill>
              </a:rPr>
              <a:t>num</a:t>
            </a:r>
            <a:r>
              <a:t>);</a:t>
            </a:r>
          </a:p>
          <a:p>
            <a:pPr>
              <a:defRPr>
                <a:solidFill>
                  <a:srgbClr val="D4D4D4"/>
                </a:solidFill>
                <a:latin typeface="Consolas"/>
                <a:ea typeface="Consolas"/>
                <a:cs typeface="Consolas"/>
                <a:sym typeface="Consolas"/>
              </a:defRPr>
            </a:pPr>
            <a:r>
              <a:t>    </a:t>
            </a:r>
            <a:r>
              <a:rPr>
                <a:solidFill>
                  <a:srgbClr val="DCDCAA"/>
                </a:solidFill>
              </a:rPr>
              <a:t>c</a:t>
            </a:r>
            <a:r>
              <a:rPr>
                <a:solidFill>
                  <a:srgbClr val="DCDCAA"/>
                </a:solidFill>
              </a:rPr>
              <a:t>allBackFn</a:t>
            </a:r>
            <a:r>
              <a:t>();</a:t>
            </a:r>
          </a:p>
          <a:p>
            <a:pPr>
              <a:defRPr>
                <a:solidFill>
                  <a:srgbClr val="D4D4D4"/>
                </a:solidFill>
                <a:latin typeface="Consolas"/>
                <a:ea typeface="Consolas"/>
                <a:cs typeface="Consolas"/>
                <a:sym typeface="Consolas"/>
              </a:defRPr>
            </a:pPr>
            <a:r>
              <a:t>  }, </a:t>
            </a:r>
            <a:r>
              <a:rPr>
                <a:solidFill>
                  <a:srgbClr val="9CDCFE"/>
                </a:solidFill>
              </a:rPr>
              <a:t>Math</a:t>
            </a:r>
            <a:r>
              <a:t>.</a:t>
            </a:r>
            <a:r>
              <a:rPr>
                <a:solidFill>
                  <a:srgbClr val="DCDCAA"/>
                </a:solidFill>
              </a:rPr>
              <a:t>floor</a:t>
            </a:r>
            <a:r>
              <a:t>(</a:t>
            </a:r>
            <a:r>
              <a:rPr>
                <a:solidFill>
                  <a:srgbClr val="9CDCFE"/>
                </a:solidFill>
              </a:rPr>
              <a:t>Math</a:t>
            </a:r>
            <a:r>
              <a:t>.</a:t>
            </a:r>
            <a:r>
              <a:rPr>
                <a:solidFill>
                  <a:srgbClr val="DCDCAA"/>
                </a:solidFill>
              </a:rPr>
              <a:t>random</a:t>
            </a:r>
            <a:r>
              <a:t>() * </a:t>
            </a:r>
            <a:r>
              <a:rPr>
                <a:solidFill>
                  <a:srgbClr val="B5CEA8"/>
                </a:solidFill>
              </a:rPr>
              <a:t>100</a:t>
            </a:r>
            <a:r>
              <a:t>) + </a:t>
            </a:r>
            <a:r>
              <a:rPr>
                <a:solidFill>
                  <a:srgbClr val="B5CEA8"/>
                </a:solidFill>
              </a:rPr>
              <a:t>1</a:t>
            </a:r>
            <a:r>
              <a:t>);</a:t>
            </a:r>
          </a:p>
          <a:p>
            <a:pPr>
              <a:defRPr>
                <a:solidFill>
                  <a:srgbClr val="D4D4D4"/>
                </a:solidFill>
                <a:latin typeface="Consolas"/>
                <a:ea typeface="Consolas"/>
                <a:cs typeface="Consolas"/>
                <a:sym typeface="Consolas"/>
              </a:defRPr>
            </a:pPr>
            <a:r>
              <a:t>};</a:t>
            </a:r>
          </a:p>
          <a:p>
            <a:pPr>
              <a:defRPr>
                <a:solidFill>
                  <a:srgbClr val="D4D4D4"/>
                </a:solidFill>
                <a:latin typeface="Consolas"/>
                <a:ea typeface="Consolas"/>
                <a:cs typeface="Consolas"/>
                <a:sym typeface="Consolas"/>
              </a:defRPr>
            </a:pPr>
            <a:br/>
            <a:r>
              <a:rPr>
                <a:solidFill>
                  <a:srgbClr val="569CD6"/>
                </a:solidFill>
              </a:rPr>
              <a:t>const</a:t>
            </a:r>
            <a:r>
              <a:t> </a:t>
            </a:r>
            <a:r>
              <a:rPr>
                <a:solidFill>
                  <a:srgbClr val="DCDCAA"/>
                </a:solidFill>
              </a:rPr>
              <a:t>countToThree</a:t>
            </a:r>
            <a:r>
              <a:t> = () </a:t>
            </a:r>
            <a:r>
              <a:rPr>
                <a:solidFill>
                  <a:srgbClr val="569CD6"/>
                </a:solidFill>
              </a:rPr>
              <a:t>=&gt;</a:t>
            </a:r>
            <a:r>
              <a:t> {</a:t>
            </a:r>
          </a:p>
          <a:p>
            <a:pPr>
              <a:defRPr>
                <a:solidFill>
                  <a:srgbClr val="D4D4D4"/>
                </a:solidFill>
                <a:latin typeface="Consolas"/>
                <a:ea typeface="Consolas"/>
                <a:cs typeface="Consolas"/>
                <a:sym typeface="Consolas"/>
              </a:defRPr>
            </a:pPr>
            <a:r>
              <a:t>  </a:t>
            </a:r>
            <a:r>
              <a:rPr>
                <a:solidFill>
                  <a:srgbClr val="DCDCAA"/>
                </a:solidFill>
              </a:rPr>
              <a:t>printNumber</a:t>
            </a:r>
            <a:r>
              <a:t>(</a:t>
            </a:r>
            <a:r>
              <a:rPr>
                <a:solidFill>
                  <a:srgbClr val="B5CEA8"/>
                </a:solidFill>
              </a:rPr>
              <a:t>1</a:t>
            </a:r>
            <a:r>
              <a:t>, () </a:t>
            </a:r>
            <a:r>
              <a:rPr>
                <a:solidFill>
                  <a:srgbClr val="569CD6"/>
                </a:solidFill>
              </a:rPr>
              <a:t>=&gt;</a:t>
            </a:r>
            <a:r>
              <a:t> {</a:t>
            </a:r>
          </a:p>
          <a:p>
            <a:pPr>
              <a:defRPr>
                <a:solidFill>
                  <a:srgbClr val="D4D4D4"/>
                </a:solidFill>
                <a:latin typeface="Consolas"/>
                <a:ea typeface="Consolas"/>
                <a:cs typeface="Consolas"/>
                <a:sym typeface="Consolas"/>
              </a:defRPr>
            </a:pPr>
            <a:r>
              <a:t>    </a:t>
            </a:r>
            <a:r>
              <a:rPr>
                <a:solidFill>
                  <a:srgbClr val="DCDCAA"/>
                </a:solidFill>
              </a:rPr>
              <a:t>printNumber</a:t>
            </a:r>
            <a:r>
              <a:t>(</a:t>
            </a:r>
            <a:r>
              <a:rPr>
                <a:solidFill>
                  <a:srgbClr val="B5CEA8"/>
                </a:solidFill>
              </a:rPr>
              <a:t>2</a:t>
            </a:r>
            <a:r>
              <a:t>, () </a:t>
            </a:r>
            <a:r>
              <a:rPr>
                <a:solidFill>
                  <a:srgbClr val="569CD6"/>
                </a:solidFill>
              </a:rPr>
              <a:t>=&gt;</a:t>
            </a:r>
            <a:r>
              <a:t> {</a:t>
            </a:r>
          </a:p>
          <a:p>
            <a:pPr>
              <a:defRPr>
                <a:solidFill>
                  <a:srgbClr val="D4D4D4"/>
                </a:solidFill>
                <a:latin typeface="Consolas"/>
                <a:ea typeface="Consolas"/>
                <a:cs typeface="Consolas"/>
                <a:sym typeface="Consolas"/>
              </a:defRPr>
            </a:pPr>
            <a:r>
              <a:t>      </a:t>
            </a:r>
            <a:r>
              <a:rPr>
                <a:solidFill>
                  <a:srgbClr val="DCDCAA"/>
                </a:solidFill>
              </a:rPr>
              <a:t>printNumber</a:t>
            </a:r>
            <a:r>
              <a:t>(</a:t>
            </a:r>
            <a:r>
              <a:rPr>
                <a:solidFill>
                  <a:srgbClr val="B5CEA8"/>
                </a:solidFill>
              </a:rPr>
              <a:t>3</a:t>
            </a:r>
            <a:r>
              <a:t>, () </a:t>
            </a:r>
            <a:r>
              <a:rPr>
                <a:solidFill>
                  <a:srgbClr val="569CD6"/>
                </a:solidFill>
              </a:rPr>
              <a:t>=&gt;</a:t>
            </a:r>
            <a:r>
              <a:t> {});</a:t>
            </a:r>
          </a:p>
          <a:p>
            <a:pPr>
              <a:defRPr>
                <a:solidFill>
                  <a:srgbClr val="D4D4D4"/>
                </a:solidFill>
                <a:latin typeface="Consolas"/>
                <a:ea typeface="Consolas"/>
                <a:cs typeface="Consolas"/>
                <a:sym typeface="Consolas"/>
              </a:defRPr>
            </a:pPr>
            <a:r>
              <a:t>    });</a:t>
            </a:r>
          </a:p>
          <a:p>
            <a:pPr>
              <a:defRPr>
                <a:solidFill>
                  <a:srgbClr val="D4D4D4"/>
                </a:solidFill>
                <a:latin typeface="Consolas"/>
                <a:ea typeface="Consolas"/>
                <a:cs typeface="Consolas"/>
                <a:sym typeface="Consolas"/>
              </a:defRPr>
            </a:pPr>
            <a:r>
              <a:t>  });</a:t>
            </a:r>
          </a:p>
          <a:p>
            <a:pPr>
              <a:defRPr>
                <a:solidFill>
                  <a:srgbClr val="D4D4D4"/>
                </a:solidFill>
                <a:latin typeface="Consolas"/>
                <a:ea typeface="Consolas"/>
                <a:cs typeface="Consolas"/>
                <a:sym typeface="Consolas"/>
              </a:defRPr>
            </a:pPr>
            <a:r>
              <a:t>};</a:t>
            </a:r>
          </a:p>
          <a:p>
            <a:pPr>
              <a:defRPr>
                <a:solidFill>
                  <a:srgbClr val="DCDCAA"/>
                </a:solidFill>
                <a:latin typeface="Consolas"/>
                <a:ea typeface="Consolas"/>
                <a:cs typeface="Consolas"/>
                <a:sym typeface="Consolas"/>
              </a:defRPr>
            </a:pPr>
            <a:r>
              <a:t>countToThree</a:t>
            </a:r>
            <a:r>
              <a:rPr>
                <a:solidFill>
                  <a:srgbClr val="D4D4D4"/>
                </a:solidFill>
              </a:rPr>
              <a:t>(); </a:t>
            </a:r>
            <a:r>
              <a:rPr>
                <a:solidFill>
                  <a:srgbClr val="6A9955"/>
                </a:solidFill>
              </a:rPr>
              <a:t>// Is this better?</a:t>
            </a:r>
            <a:endParaRPr>
              <a:solidFill>
                <a:srgbClr val="D4D4D4"/>
              </a:solidFill>
            </a:endParaRPr>
          </a:p>
        </p:txBody>
      </p:sp>
      <p:sp>
        <p:nvSpPr>
          <p:cNvPr id="976" name="Tartalom helye 6"/>
          <p:cNvSpPr txBox="1"/>
          <p:nvPr/>
        </p:nvSpPr>
        <p:spPr>
          <a:xfrm>
            <a:off x="402908" y="1079500"/>
            <a:ext cx="5414493" cy="21872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spcBef>
                <a:spcPts val="600"/>
              </a:spcBef>
              <a:buSzPct val="100000"/>
              <a:buFont typeface="Arial"/>
              <a:buChar char="•"/>
            </a:pPr>
            <a:r>
              <a:t>Functions are first class citizens in JavaScript</a:t>
            </a:r>
            <a:endParaRPr sz="1200"/>
          </a:p>
          <a:p>
            <a:pPr lvl="1" marL="685800" indent="-228600">
              <a:spcBef>
                <a:spcPts val="1000"/>
              </a:spcBef>
              <a:buSzPct val="100000"/>
              <a:buFont typeface="Arial"/>
              <a:buChar char="•"/>
              <a:defRPr sz="1400"/>
            </a:pPr>
            <a:r>
              <a:t>That means we can use them as function parameters</a:t>
            </a:r>
            <a:endParaRPr sz="1200"/>
          </a:p>
          <a:p>
            <a:pPr marL="285750" indent="-285750">
              <a:spcBef>
                <a:spcPts val="1000"/>
              </a:spcBef>
              <a:buSzPct val="100000"/>
              <a:buFont typeface="Arial"/>
              <a:buChar char="•"/>
            </a:pPr>
            <a:r>
              <a:t>A callback is basically a function that is passed to another function</a:t>
            </a:r>
            <a:endParaRPr sz="1200"/>
          </a:p>
          <a:p>
            <a:pPr marL="285750" indent="-285750">
              <a:spcBef>
                <a:spcPts val="1000"/>
              </a:spcBef>
              <a:buSzPct val="100000"/>
              <a:buFont typeface="Arial"/>
              <a:buChar char="•"/>
            </a:pPr>
            <a:r>
              <a:t>The first function will call the callback</a:t>
            </a:r>
            <a:endParaRPr sz="1200"/>
          </a:p>
          <a:p>
            <a:pPr marL="285750" indent="-285750">
              <a:spcBef>
                <a:spcPts val="1000"/>
              </a:spcBef>
              <a:buSzPct val="100000"/>
              <a:buFont typeface="Arial"/>
              <a:buChar char="•"/>
            </a:pPr>
            <a:r>
              <a:t>So let’s see our printNumber function with callbacks</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8"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79" name="Title 3"/>
          <p:cNvSpPr txBox="1"/>
          <p:nvPr>
            <p:ph type="title"/>
          </p:nvPr>
        </p:nvSpPr>
        <p:spPr>
          <a:xfrm>
            <a:off x="457199" y="457200"/>
            <a:ext cx="11274554" cy="457200"/>
          </a:xfrm>
          <a:prstGeom prst="rect">
            <a:avLst/>
          </a:prstGeom>
        </p:spPr>
        <p:txBody>
          <a:bodyPr/>
          <a:lstStyle/>
          <a:p>
            <a:pPr/>
            <a:r>
              <a:t>The Promise</a:t>
            </a:r>
          </a:p>
        </p:txBody>
      </p:sp>
      <p:sp>
        <p:nvSpPr>
          <p:cNvPr id="980" name="Text Placeholder 4"/>
          <p:cNvSpPr txBox="1"/>
          <p:nvPr>
            <p:ph type="body" sz="quarter" idx="1"/>
          </p:nvPr>
        </p:nvSpPr>
        <p:spPr>
          <a:xfrm>
            <a:off x="457200" y="231494"/>
            <a:ext cx="3611880" cy="225706"/>
          </a:xfrm>
          <a:prstGeom prst="rect">
            <a:avLst/>
          </a:prstGeom>
        </p:spPr>
        <p:txBody>
          <a:bodyPr/>
          <a:lstStyle/>
          <a:p>
            <a:pPr/>
            <a:r>
              <a:t>Callbacks &amp; Promises</a:t>
            </a:r>
          </a:p>
        </p:txBody>
      </p:sp>
      <p:sp>
        <p:nvSpPr>
          <p:cNvPr id="981" name="Tartalom helye 3"/>
          <p:cNvSpPr txBox="1"/>
          <p:nvPr/>
        </p:nvSpPr>
        <p:spPr>
          <a:xfrm>
            <a:off x="502918" y="1079498"/>
            <a:ext cx="11183113" cy="466378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spcBef>
                <a:spcPts val="1000"/>
              </a:spcBef>
              <a:buSzPct val="100000"/>
              <a:buFont typeface="Arial"/>
              <a:buChar char="•"/>
            </a:pPr>
            <a:r>
              <a:t>A promise is an object representing the eventual completion or failure of an asynchronous operation.</a:t>
            </a:r>
            <a:endParaRPr sz="1200"/>
          </a:p>
          <a:p>
            <a:pPr marL="285750" indent="-285750">
              <a:spcBef>
                <a:spcPts val="600"/>
              </a:spcBef>
              <a:buSzPct val="100000"/>
              <a:buFont typeface="Arial"/>
              <a:buChar char="•"/>
            </a:pPr>
            <a:r>
              <a:t>A Promise is in one of these states:</a:t>
            </a:r>
            <a:endParaRPr sz="1200"/>
          </a:p>
          <a:p>
            <a:pPr lvl="1" marL="685800" indent="-228600">
              <a:spcBef>
                <a:spcPts val="600"/>
              </a:spcBef>
              <a:buSzPct val="100000"/>
              <a:buFont typeface="Courier New"/>
              <a:buChar char="o"/>
            </a:pPr>
            <a:r>
              <a:t>pending: initial state, neither fulfilled nor rejected.</a:t>
            </a:r>
            <a:endParaRPr sz="1200"/>
          </a:p>
          <a:p>
            <a:pPr lvl="1" marL="685800" indent="-228600">
              <a:spcBef>
                <a:spcPts val="600"/>
              </a:spcBef>
              <a:buSzPct val="100000"/>
              <a:buFont typeface="Courier New"/>
              <a:buChar char="o"/>
            </a:pPr>
            <a:r>
              <a:t>resolved</a:t>
            </a:r>
            <a:r>
              <a:t>: meaning that the operation completed successfully.</a:t>
            </a:r>
            <a:endParaRPr sz="1200"/>
          </a:p>
          <a:p>
            <a:pPr lvl="1" marL="685800" indent="-228600">
              <a:spcBef>
                <a:spcPts val="1000"/>
              </a:spcBef>
              <a:buSzPct val="100000"/>
              <a:buFont typeface="Courier New"/>
              <a:buChar char="o"/>
            </a:pPr>
            <a:r>
              <a:t>rejected: meaning that the operation failed.</a:t>
            </a:r>
          </a:p>
          <a:p>
            <a:pPr marL="285750" indent="-285750">
              <a:spcBef>
                <a:spcPts val="1000"/>
              </a:spcBef>
              <a:buSzPct val="100000"/>
              <a:buFont typeface="Arial"/>
              <a:buChar char="•"/>
            </a:pPr>
            <a:r>
              <a:t>Until ES6 JavaScript did not have native implementation for promises</a:t>
            </a:r>
            <a:endParaRPr sz="1200"/>
          </a:p>
          <a:p>
            <a:pPr marL="285750" indent="-285750">
              <a:spcBef>
                <a:spcPts val="1000"/>
              </a:spcBef>
              <a:buSzPct val="100000"/>
              <a:buFont typeface="Arial"/>
              <a:buChar char="•"/>
            </a:pPr>
            <a:r>
              <a:t>Pre ES6, the concept Promise was more like a design pattern, if you wanted to use it you had to use third-party libraries like jQuery or Q, frameworks that had the implementation (like AngularJS) or implement it yourself.</a:t>
            </a:r>
            <a:endParaRPr sz="1200"/>
          </a:p>
          <a:p>
            <a:pPr marL="285750" indent="-285750">
              <a:spcBef>
                <a:spcPts val="1000"/>
              </a:spcBef>
              <a:buSzPct val="100000"/>
              <a:buFont typeface="Arial"/>
              <a:buChar char="•"/>
            </a:pPr>
          </a:p>
          <a:p>
            <a:pPr marL="285750" indent="-285750">
              <a:spcBef>
                <a:spcPts val="1000"/>
              </a:spcBef>
              <a:buSzPct val="100000"/>
              <a:buFont typeface="Arial"/>
              <a:buChar char="•"/>
            </a:pPr>
          </a:p>
          <a:p>
            <a:pPr marL="285750" indent="-285750">
              <a:spcBef>
                <a:spcPts val="1000"/>
              </a:spcBef>
              <a:buSzPct val="100000"/>
              <a:buFont typeface="Arial"/>
              <a:buChar char="•"/>
            </a:pPr>
          </a:p>
          <a:p>
            <a:pPr algn="ctr">
              <a:spcBef>
                <a:spcPts val="1000"/>
              </a:spcBef>
            </a:pPr>
            <a:r>
              <a:rPr u="sng">
                <a:solidFill>
                  <a:schemeClr val="accent2"/>
                </a:solidFill>
                <a:uFill>
                  <a:solidFill>
                    <a:schemeClr val="accent2"/>
                  </a:solidFill>
                </a:uFill>
                <a:hlinkClick r:id="rId2" invalidUrl="" action="" tgtFrame="" tooltip="" history="1" highlightClick="0" endSnd="0"/>
              </a:rPr>
              <a:t>https://developer.mozilla.org/en-US/docs/Web/JavaScript/Reference/Global_Objects/Promise</a:t>
            </a: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3"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84" name="Title 1"/>
          <p:cNvSpPr txBox="1"/>
          <p:nvPr>
            <p:ph type="title"/>
          </p:nvPr>
        </p:nvSpPr>
        <p:spPr>
          <a:prstGeom prst="rect">
            <a:avLst/>
          </a:prstGeom>
        </p:spPr>
        <p:txBody>
          <a:bodyPr/>
          <a:lstStyle/>
          <a:p>
            <a:pPr/>
            <a:r>
              <a:t>The Promise object</a:t>
            </a:r>
          </a:p>
        </p:txBody>
      </p:sp>
      <p:sp>
        <p:nvSpPr>
          <p:cNvPr id="985" name="Text Placeholder 2"/>
          <p:cNvSpPr txBox="1"/>
          <p:nvPr>
            <p:ph type="body" sz="quarter" idx="1"/>
          </p:nvPr>
        </p:nvSpPr>
        <p:spPr>
          <a:xfrm>
            <a:off x="457200" y="231494"/>
            <a:ext cx="3611880" cy="225706"/>
          </a:xfrm>
          <a:prstGeom prst="rect">
            <a:avLst/>
          </a:prstGeom>
        </p:spPr>
        <p:txBody>
          <a:bodyPr/>
          <a:lstStyle/>
          <a:p>
            <a:pPr/>
            <a:r>
              <a:t>Callbacks &amp; Promises</a:t>
            </a:r>
          </a:p>
        </p:txBody>
      </p:sp>
      <p:sp>
        <p:nvSpPr>
          <p:cNvPr id="986" name="Tartalom helye 2"/>
          <p:cNvSpPr txBox="1"/>
          <p:nvPr/>
        </p:nvSpPr>
        <p:spPr>
          <a:xfrm>
            <a:off x="502920" y="998141"/>
            <a:ext cx="7007233" cy="347410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spcBef>
                <a:spcPts val="600"/>
              </a:spcBef>
              <a:buSzPct val="100000"/>
              <a:buFont typeface="Arial"/>
              <a:buChar char="•"/>
            </a:pPr>
            <a:r>
              <a:t>With the standardization of ECMAScript2015 (more commonly known as ES6), native support for promises was introduced for JavaScript</a:t>
            </a:r>
            <a:endParaRPr sz="1200"/>
          </a:p>
          <a:p>
            <a:pPr marL="285750" indent="-285750">
              <a:spcBef>
                <a:spcPts val="600"/>
              </a:spcBef>
              <a:buSzPct val="100000"/>
              <a:buFont typeface="Arial"/>
              <a:buChar char="•"/>
            </a:pPr>
            <a:r>
              <a:t>The promise constructor takes a function with two functions as parameters for happy and sad cases – this function is called the </a:t>
            </a:r>
            <a:r>
              <a:rPr b="1"/>
              <a:t>executor</a:t>
            </a:r>
            <a:endParaRPr sz="1200"/>
          </a:p>
          <a:p>
            <a:pPr marL="285750" indent="-285750">
              <a:spcBef>
                <a:spcPts val="600"/>
              </a:spcBef>
              <a:buSzPct val="100000"/>
              <a:buFont typeface="Arial"/>
              <a:buChar char="•"/>
            </a:pPr>
            <a:r>
              <a:t>The executor is called immediately (even before creating the new promise object), does some asynchronous work then calls resolve if everything went fine, or reject if some error occurred.</a:t>
            </a:r>
            <a:endParaRPr sz="1200"/>
          </a:p>
          <a:p>
            <a:pPr marL="285750" indent="-285750">
              <a:spcBef>
                <a:spcPts val="600"/>
              </a:spcBef>
              <a:buSzPct val="100000"/>
              <a:buFont typeface="Arial"/>
              <a:buChar char="•"/>
            </a:pPr>
            <a:r>
              <a:t>The Promise prototype has the well known </a:t>
            </a:r>
            <a:r>
              <a:rPr b="1"/>
              <a:t>then</a:t>
            </a:r>
            <a:r>
              <a:t>, </a:t>
            </a:r>
            <a:r>
              <a:rPr b="1"/>
              <a:t>catch</a:t>
            </a:r>
            <a:r>
              <a:t> and </a:t>
            </a:r>
            <a:r>
              <a:rPr b="1"/>
              <a:t>finally</a:t>
            </a:r>
            <a:r>
              <a:t> methods for handling the result of the Promise</a:t>
            </a:r>
            <a:endParaRPr sz="1200"/>
          </a:p>
        </p:txBody>
      </p:sp>
      <p:sp>
        <p:nvSpPr>
          <p:cNvPr id="987" name="TextBox 4"/>
          <p:cNvSpPr txBox="1"/>
          <p:nvPr/>
        </p:nvSpPr>
        <p:spPr>
          <a:xfrm>
            <a:off x="8137132" y="1010841"/>
            <a:ext cx="3801439" cy="723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569CD6"/>
                </a:solidFill>
                <a:latin typeface="Consolas"/>
                <a:ea typeface="Consolas"/>
                <a:cs typeface="Consolas"/>
                <a:sym typeface="Consolas"/>
              </a:defRPr>
            </a:pPr>
            <a:r>
              <a:t>const</a:t>
            </a:r>
            <a:r>
              <a:rPr>
                <a:solidFill>
                  <a:srgbClr val="D4D4D4"/>
                </a:solidFill>
              </a:rPr>
              <a:t> </a:t>
            </a:r>
            <a:r>
              <a:rPr>
                <a:solidFill>
                  <a:srgbClr val="4FC1FF"/>
                </a:solidFill>
              </a:rPr>
              <a:t>proxy</a:t>
            </a:r>
            <a:r>
              <a:rPr>
                <a:solidFill>
                  <a:srgbClr val="D4D4D4"/>
                </a:solidFill>
              </a:rPr>
              <a:t> = </a:t>
            </a:r>
            <a:r>
              <a:t>new</a:t>
            </a:r>
            <a:r>
              <a:rPr>
                <a:solidFill>
                  <a:srgbClr val="D4D4D4"/>
                </a:solidFill>
              </a:rPr>
              <a:t> </a:t>
            </a:r>
            <a:r>
              <a:rPr>
                <a:solidFill>
                  <a:srgbClr val="4EC9B0"/>
                </a:solidFill>
              </a:rPr>
              <a:t>Promise</a:t>
            </a:r>
            <a:r>
              <a:rPr>
                <a:solidFill>
                  <a:srgbClr val="D4D4D4"/>
                </a:solidFill>
              </a:rPr>
              <a:t>(</a:t>
            </a:r>
            <a:endParaRPr>
              <a:solidFill>
                <a:srgbClr val="D4D4D4"/>
              </a:solidFill>
            </a:endParaRPr>
          </a:p>
          <a:p>
            <a:pPr>
              <a:defRPr sz="1600">
                <a:solidFill>
                  <a:srgbClr val="D4D4D4"/>
                </a:solidFill>
                <a:latin typeface="Consolas"/>
                <a:ea typeface="Consolas"/>
                <a:cs typeface="Consolas"/>
                <a:sym typeface="Consolas"/>
              </a:defRPr>
            </a:pPr>
            <a:r>
              <a:t>  </a:t>
            </a:r>
            <a:r>
              <a:t>(</a:t>
            </a:r>
            <a:r>
              <a:rPr>
                <a:solidFill>
                  <a:srgbClr val="DCDCAA"/>
                </a:solidFill>
              </a:rPr>
              <a:t>resolve</a:t>
            </a:r>
            <a:r>
              <a:t>, </a:t>
            </a:r>
            <a:r>
              <a:rPr>
                <a:solidFill>
                  <a:srgbClr val="DCDCAA"/>
                </a:solidFill>
              </a:rPr>
              <a:t>reject</a:t>
            </a:r>
            <a:r>
              <a:t>) </a:t>
            </a:r>
            <a:r>
              <a:rPr>
                <a:solidFill>
                  <a:srgbClr val="569CD6"/>
                </a:solidFill>
              </a:rPr>
              <a:t>=&gt;</a:t>
            </a:r>
            <a:r>
              <a:t> {}</a:t>
            </a:r>
          </a:p>
          <a:p>
            <a:pPr>
              <a:defRPr sz="1600">
                <a:solidFill>
                  <a:srgbClr val="D4D4D4"/>
                </a:solidFill>
                <a:latin typeface="Consolas"/>
                <a:ea typeface="Consolas"/>
                <a:cs typeface="Consolas"/>
                <a:sym typeface="Consolas"/>
              </a:defRPr>
            </a:pPr>
            <a:r>
              <a:t>);</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9"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90" name="Title 1"/>
          <p:cNvSpPr txBox="1"/>
          <p:nvPr>
            <p:ph type="title"/>
          </p:nvPr>
        </p:nvSpPr>
        <p:spPr>
          <a:prstGeom prst="rect">
            <a:avLst/>
          </a:prstGeom>
        </p:spPr>
        <p:txBody>
          <a:bodyPr/>
          <a:lstStyle/>
          <a:p>
            <a:pPr/>
            <a:r>
              <a:t>How to work with promises?</a:t>
            </a:r>
          </a:p>
        </p:txBody>
      </p:sp>
      <p:sp>
        <p:nvSpPr>
          <p:cNvPr id="991" name="Text Placeholder 2"/>
          <p:cNvSpPr txBox="1"/>
          <p:nvPr>
            <p:ph type="body" sz="quarter" idx="1"/>
          </p:nvPr>
        </p:nvSpPr>
        <p:spPr>
          <a:xfrm>
            <a:off x="457200" y="231494"/>
            <a:ext cx="3611880" cy="225706"/>
          </a:xfrm>
          <a:prstGeom prst="rect">
            <a:avLst/>
          </a:prstGeom>
        </p:spPr>
        <p:txBody>
          <a:bodyPr/>
          <a:lstStyle/>
          <a:p>
            <a:pPr/>
            <a:r>
              <a:t>Callbacks &amp; Promises</a:t>
            </a:r>
          </a:p>
        </p:txBody>
      </p:sp>
      <p:sp>
        <p:nvSpPr>
          <p:cNvPr id="992" name="Tartalom helye 2"/>
          <p:cNvSpPr txBox="1"/>
          <p:nvPr/>
        </p:nvSpPr>
        <p:spPr>
          <a:xfrm>
            <a:off x="502919" y="1010841"/>
            <a:ext cx="7156979" cy="29746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spcBef>
                <a:spcPts val="600"/>
              </a:spcBef>
              <a:buSzPct val="100000"/>
              <a:buFont typeface="Arial"/>
              <a:buChar char="•"/>
            </a:pPr>
            <a:r>
              <a:t>In async calls you have to work with data you don’t have yet – so:</a:t>
            </a:r>
            <a:br/>
            <a:r>
              <a:rPr b="1"/>
              <a:t>Simple variable assignment is not working!</a:t>
            </a:r>
            <a:endParaRPr sz="1200"/>
          </a:p>
          <a:p>
            <a:pPr marL="285750" indent="-285750">
              <a:spcBef>
                <a:spcPts val="600"/>
              </a:spcBef>
              <a:buSzPct val="100000"/>
              <a:buFont typeface="Arial"/>
              <a:buChar char="•"/>
            </a:pPr>
            <a:r>
              <a:t>You have to </a:t>
            </a:r>
            <a:r>
              <a:rPr b="1"/>
              <a:t>WAIT</a:t>
            </a:r>
            <a:r>
              <a:t> until the data arrives – it can be done via the </a:t>
            </a:r>
            <a:r>
              <a:rPr b="1"/>
              <a:t>THEN</a:t>
            </a:r>
            <a:r>
              <a:t> method</a:t>
            </a:r>
            <a:endParaRPr b="1"/>
          </a:p>
          <a:p>
            <a:pPr marL="285750" indent="-285750">
              <a:spcBef>
                <a:spcPts val="600"/>
              </a:spcBef>
              <a:buSzPct val="100000"/>
              <a:buFont typeface="Arial"/>
              <a:buChar char="•"/>
            </a:pPr>
            <a:r>
              <a:t>It’s also possible an error occurs and it has to be handled too – never forget it, a promise has to be accepted or rejected within a time</a:t>
            </a:r>
            <a:endParaRPr sz="1200"/>
          </a:p>
          <a:p>
            <a:pPr marL="285750" indent="-285750">
              <a:spcBef>
                <a:spcPts val="600"/>
              </a:spcBef>
              <a:buSzPct val="100000"/>
              <a:buFont typeface="Arial"/>
              <a:buChar char="•"/>
            </a:pPr>
            <a:r>
              <a:t>You can store data within promises too</a:t>
            </a:r>
            <a:br/>
            <a:r>
              <a:t>e.g. no other request has to be sent out which can increase performance</a:t>
            </a:r>
            <a:endParaRPr sz="1200"/>
          </a:p>
          <a:p>
            <a:pPr marL="285750" indent="-285750">
              <a:spcBef>
                <a:spcPts val="600"/>
              </a:spcBef>
              <a:buSzPct val="100000"/>
              <a:buFont typeface="Arial"/>
              <a:buChar char="•"/>
            </a:pPr>
            <a:r>
              <a:t>JS Decorator for promise: async + await pairing</a:t>
            </a:r>
          </a:p>
        </p:txBody>
      </p:sp>
      <p:sp>
        <p:nvSpPr>
          <p:cNvPr id="993" name="TextBox 4"/>
          <p:cNvSpPr txBox="1"/>
          <p:nvPr/>
        </p:nvSpPr>
        <p:spPr>
          <a:xfrm>
            <a:off x="8137132" y="1010841"/>
            <a:ext cx="3801439" cy="55499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569CD6"/>
                </a:solidFill>
                <a:latin typeface="Consolas"/>
                <a:ea typeface="Consolas"/>
                <a:cs typeface="Consolas"/>
                <a:sym typeface="Consolas"/>
              </a:defRPr>
            </a:pPr>
            <a:r>
              <a:t>const</a:t>
            </a:r>
            <a:r>
              <a:rPr>
                <a:solidFill>
                  <a:srgbClr val="D4D4D4"/>
                </a:solidFill>
              </a:rPr>
              <a:t> </a:t>
            </a:r>
            <a:r>
              <a:rPr>
                <a:solidFill>
                  <a:srgbClr val="4FC1FF"/>
                </a:solidFill>
              </a:rPr>
              <a:t>proxy</a:t>
            </a:r>
            <a:r>
              <a:rPr>
                <a:solidFill>
                  <a:srgbClr val="D4D4D4"/>
                </a:solidFill>
              </a:rPr>
              <a:t> = </a:t>
            </a:r>
            <a:r>
              <a:t>new</a:t>
            </a:r>
            <a:r>
              <a:rPr>
                <a:solidFill>
                  <a:srgbClr val="D4D4D4"/>
                </a:solidFill>
              </a:rPr>
              <a:t> </a:t>
            </a:r>
            <a:r>
              <a:rPr>
                <a:solidFill>
                  <a:srgbClr val="4EC9B0"/>
                </a:solidFill>
              </a:rPr>
              <a:t>Promise</a:t>
            </a:r>
            <a:r>
              <a:rPr>
                <a:solidFill>
                  <a:srgbClr val="D4D4D4"/>
                </a:solidFill>
              </a:rPr>
              <a:t>(</a:t>
            </a:r>
            <a:endParaRPr>
              <a:solidFill>
                <a:srgbClr val="D4D4D4"/>
              </a:solidFill>
            </a:endParaRPr>
          </a:p>
          <a:p>
            <a:pPr>
              <a:defRPr sz="1600">
                <a:solidFill>
                  <a:srgbClr val="D4D4D4"/>
                </a:solidFill>
                <a:latin typeface="Consolas"/>
                <a:ea typeface="Consolas"/>
                <a:cs typeface="Consolas"/>
                <a:sym typeface="Consolas"/>
              </a:defRPr>
            </a:pPr>
            <a:r>
              <a:t>  </a:t>
            </a:r>
            <a:r>
              <a:t>(</a:t>
            </a:r>
            <a:r>
              <a:rPr>
                <a:solidFill>
                  <a:srgbClr val="DCDCAA"/>
                </a:solidFill>
              </a:rPr>
              <a:t>resolve</a:t>
            </a:r>
            <a:r>
              <a:t>, </a:t>
            </a:r>
            <a:r>
              <a:rPr>
                <a:solidFill>
                  <a:srgbClr val="DCDCAA"/>
                </a:solidFill>
              </a:rPr>
              <a:t>reject</a:t>
            </a:r>
            <a:r>
              <a:t>) </a:t>
            </a:r>
            <a:r>
              <a:rPr>
                <a:solidFill>
                  <a:srgbClr val="569CD6"/>
                </a:solidFill>
              </a:rPr>
              <a:t>=&gt;</a:t>
            </a:r>
            <a:r>
              <a:t> {}</a:t>
            </a:r>
          </a:p>
          <a:p>
            <a:pPr>
              <a:defRPr sz="1600">
                <a:solidFill>
                  <a:srgbClr val="D4D4D4"/>
                </a:solidFill>
                <a:latin typeface="Consolas"/>
                <a:ea typeface="Consolas"/>
                <a:cs typeface="Consolas"/>
                <a:sym typeface="Consolas"/>
              </a:defRPr>
            </a:pPr>
            <a:r>
              <a:t>);</a:t>
            </a:r>
          </a:p>
          <a:p>
            <a:pPr>
              <a:defRPr sz="1600">
                <a:solidFill>
                  <a:srgbClr val="D4D4D4"/>
                </a:solidFill>
                <a:latin typeface="Consolas"/>
                <a:ea typeface="Consolas"/>
                <a:cs typeface="Consolas"/>
                <a:sym typeface="Consolas"/>
              </a:defRPr>
            </a:pPr>
          </a:p>
          <a:p>
            <a:pPr>
              <a:defRPr sz="1600">
                <a:solidFill>
                  <a:srgbClr val="4FC1FF"/>
                </a:solidFill>
                <a:latin typeface="Consolas"/>
                <a:ea typeface="Consolas"/>
                <a:cs typeface="Consolas"/>
                <a:sym typeface="Consolas"/>
              </a:defRPr>
            </a:pPr>
            <a:r>
              <a:t>proxy</a:t>
            </a:r>
            <a:endParaRPr>
              <a:solidFill>
                <a:srgbClr val="D4D4D4"/>
              </a:solidFill>
            </a:endParaRPr>
          </a:p>
          <a:p>
            <a:pPr>
              <a:defRPr sz="1600">
                <a:solidFill>
                  <a:srgbClr val="D4D4D4"/>
                </a:solidFill>
                <a:latin typeface="Consolas"/>
                <a:ea typeface="Consolas"/>
                <a:cs typeface="Consolas"/>
                <a:sym typeface="Consolas"/>
              </a:defRPr>
            </a:pPr>
            <a:r>
              <a:t>  .</a:t>
            </a:r>
            <a:r>
              <a:rPr>
                <a:solidFill>
                  <a:srgbClr val="DCDCAA"/>
                </a:solidFill>
              </a:rPr>
              <a:t>then</a:t>
            </a:r>
            <a:r>
              <a:t>((</a:t>
            </a:r>
            <a:r>
              <a:rPr>
                <a:solidFill>
                  <a:srgbClr val="9CDCFE"/>
                </a:solidFill>
              </a:rPr>
              <a:t>param</a:t>
            </a:r>
            <a:r>
              <a:t>) </a:t>
            </a:r>
            <a:r>
              <a:rPr>
                <a:solidFill>
                  <a:srgbClr val="569CD6"/>
                </a:solidFill>
              </a:rPr>
              <a:t>=&gt;</a:t>
            </a:r>
            <a:r>
              <a:t> {</a:t>
            </a:r>
          </a:p>
          <a:p>
            <a:pPr>
              <a:defRPr sz="16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CE9178"/>
                </a:solidFill>
              </a:rPr>
              <a:t>"done"</a:t>
            </a:r>
            <a:r>
              <a:t>, </a:t>
            </a:r>
            <a:r>
              <a:rPr>
                <a:solidFill>
                  <a:srgbClr val="9CDCFE"/>
                </a:solidFill>
              </a:rPr>
              <a:t>param</a:t>
            </a:r>
            <a:r>
              <a:t>);</a:t>
            </a:r>
          </a:p>
          <a:p>
            <a:pPr>
              <a:defRPr sz="1600">
                <a:solidFill>
                  <a:srgbClr val="D4D4D4"/>
                </a:solidFill>
                <a:latin typeface="Consolas"/>
                <a:ea typeface="Consolas"/>
                <a:cs typeface="Consolas"/>
                <a:sym typeface="Consolas"/>
              </a:defRPr>
            </a:pPr>
            <a:r>
              <a:t>  })</a:t>
            </a:r>
          </a:p>
          <a:p>
            <a:pPr>
              <a:defRPr sz="1600">
                <a:solidFill>
                  <a:srgbClr val="D4D4D4"/>
                </a:solidFill>
                <a:latin typeface="Consolas"/>
                <a:ea typeface="Consolas"/>
                <a:cs typeface="Consolas"/>
                <a:sym typeface="Consolas"/>
              </a:defRPr>
            </a:pPr>
            <a:r>
              <a:t>  .</a:t>
            </a:r>
            <a:r>
              <a:rPr>
                <a:solidFill>
                  <a:srgbClr val="DCDCAA"/>
                </a:solidFill>
              </a:rPr>
              <a:t>catch</a:t>
            </a:r>
            <a:r>
              <a:t>((</a:t>
            </a:r>
            <a:r>
              <a:rPr>
                <a:solidFill>
                  <a:srgbClr val="9CDCFE"/>
                </a:solidFill>
              </a:rPr>
              <a:t>error</a:t>
            </a:r>
            <a:r>
              <a:t>) </a:t>
            </a:r>
            <a:r>
              <a:rPr>
                <a:solidFill>
                  <a:srgbClr val="569CD6"/>
                </a:solidFill>
              </a:rPr>
              <a:t>=&gt;</a:t>
            </a:r>
            <a:r>
              <a:t> {</a:t>
            </a:r>
          </a:p>
          <a:p>
            <a:pPr>
              <a:defRPr sz="16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error</a:t>
            </a:r>
            <a:r>
              <a:t>(</a:t>
            </a:r>
            <a:r>
              <a:rPr>
                <a:solidFill>
                  <a:srgbClr val="CE9178"/>
                </a:solidFill>
              </a:rPr>
              <a:t>"error"</a:t>
            </a:r>
            <a:r>
              <a:t>, </a:t>
            </a:r>
            <a:r>
              <a:rPr>
                <a:solidFill>
                  <a:srgbClr val="9CDCFE"/>
                </a:solidFill>
              </a:rPr>
              <a:t>error</a:t>
            </a:r>
            <a:r>
              <a:t>);</a:t>
            </a:r>
          </a:p>
          <a:p>
            <a:pPr>
              <a:defRPr sz="1600">
                <a:solidFill>
                  <a:srgbClr val="D4D4D4"/>
                </a:solidFill>
                <a:latin typeface="Consolas"/>
                <a:ea typeface="Consolas"/>
                <a:cs typeface="Consolas"/>
                <a:sym typeface="Consolas"/>
              </a:defRPr>
            </a:pPr>
            <a:r>
              <a:t>  });</a:t>
            </a:r>
          </a:p>
          <a:p>
            <a:pPr>
              <a:defRPr sz="1600">
                <a:solidFill>
                  <a:srgbClr val="D4D4D4"/>
                </a:solidFill>
                <a:latin typeface="Consolas"/>
                <a:ea typeface="Consolas"/>
                <a:cs typeface="Consolas"/>
                <a:sym typeface="Consolas"/>
              </a:defRPr>
            </a:pPr>
          </a:p>
          <a:p>
            <a:pPr>
              <a:defRPr sz="1600">
                <a:solidFill>
                  <a:srgbClr val="D4D4D4"/>
                </a:solidFill>
                <a:latin typeface="Consolas"/>
                <a:ea typeface="Consolas"/>
                <a:cs typeface="Consolas"/>
                <a:sym typeface="Consolas"/>
              </a:defRPr>
            </a:pPr>
          </a:p>
          <a:p>
            <a:pPr>
              <a:defRPr sz="1600">
                <a:solidFill>
                  <a:srgbClr val="D4D4D4"/>
                </a:solidFill>
                <a:latin typeface="Consolas"/>
                <a:ea typeface="Consolas"/>
                <a:cs typeface="Consolas"/>
                <a:sym typeface="Consolas"/>
              </a:defRPr>
            </a:pPr>
            <a:r>
              <a:t>(</a:t>
            </a:r>
            <a:r>
              <a:rPr>
                <a:solidFill>
                  <a:srgbClr val="569CD6"/>
                </a:solidFill>
              </a:rPr>
              <a:t>async</a:t>
            </a:r>
            <a:r>
              <a:t> () </a:t>
            </a:r>
            <a:r>
              <a:rPr>
                <a:solidFill>
                  <a:srgbClr val="569CD6"/>
                </a:solidFill>
              </a:rPr>
              <a:t>=&gt;</a:t>
            </a:r>
            <a:r>
              <a:t> {</a:t>
            </a:r>
          </a:p>
          <a:p>
            <a:pPr>
              <a:defRPr sz="1600">
                <a:solidFill>
                  <a:srgbClr val="D4D4D4"/>
                </a:solidFill>
                <a:latin typeface="Consolas"/>
                <a:ea typeface="Consolas"/>
                <a:cs typeface="Consolas"/>
                <a:sym typeface="Consolas"/>
              </a:defRPr>
            </a:pPr>
            <a:r>
              <a:t>  </a:t>
            </a:r>
            <a:r>
              <a:rPr>
                <a:solidFill>
                  <a:srgbClr val="C586C0"/>
                </a:solidFill>
              </a:rPr>
              <a:t>try</a:t>
            </a:r>
            <a:r>
              <a:t> {</a:t>
            </a:r>
          </a:p>
          <a:p>
            <a:pPr>
              <a:defRPr sz="1600">
                <a:solidFill>
                  <a:srgbClr val="D4D4D4"/>
                </a:solidFill>
                <a:latin typeface="Consolas"/>
                <a:ea typeface="Consolas"/>
                <a:cs typeface="Consolas"/>
                <a:sym typeface="Consolas"/>
              </a:defRPr>
            </a:pPr>
            <a:r>
              <a:t>    </a:t>
            </a:r>
            <a:r>
              <a:rPr>
                <a:solidFill>
                  <a:srgbClr val="569CD6"/>
                </a:solidFill>
              </a:rPr>
              <a:t>const</a:t>
            </a:r>
            <a:r>
              <a:t> </a:t>
            </a:r>
            <a:r>
              <a:rPr>
                <a:solidFill>
                  <a:srgbClr val="4FC1FF"/>
                </a:solidFill>
              </a:rPr>
              <a:t>param</a:t>
            </a:r>
            <a:r>
              <a:t> = </a:t>
            </a:r>
            <a:r>
              <a:rPr>
                <a:solidFill>
                  <a:srgbClr val="C586C0"/>
                </a:solidFill>
              </a:rPr>
              <a:t>await</a:t>
            </a:r>
            <a:r>
              <a:t> </a:t>
            </a:r>
            <a:r>
              <a:rPr>
                <a:solidFill>
                  <a:srgbClr val="4FC1FF"/>
                </a:solidFill>
              </a:rPr>
              <a:t>proxy</a:t>
            </a:r>
            <a:r>
              <a:t>;</a:t>
            </a:r>
          </a:p>
          <a:p>
            <a:pPr>
              <a:defRPr sz="16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CE9178"/>
                </a:solidFill>
              </a:rPr>
              <a:t>"done"</a:t>
            </a:r>
            <a:r>
              <a:t>, </a:t>
            </a:r>
            <a:r>
              <a:rPr>
                <a:solidFill>
                  <a:srgbClr val="4FC1FF"/>
                </a:solidFill>
              </a:rPr>
              <a:t>param</a:t>
            </a:r>
            <a:r>
              <a:t>);</a:t>
            </a:r>
          </a:p>
          <a:p>
            <a:pPr>
              <a:defRPr sz="1600">
                <a:solidFill>
                  <a:srgbClr val="D4D4D4"/>
                </a:solidFill>
                <a:latin typeface="Consolas"/>
                <a:ea typeface="Consolas"/>
                <a:cs typeface="Consolas"/>
                <a:sym typeface="Consolas"/>
              </a:defRPr>
            </a:pPr>
            <a:r>
              <a:t>  } </a:t>
            </a:r>
            <a:r>
              <a:rPr>
                <a:solidFill>
                  <a:srgbClr val="C586C0"/>
                </a:solidFill>
              </a:rPr>
              <a:t>catch</a:t>
            </a:r>
            <a:r>
              <a:t> (</a:t>
            </a:r>
            <a:r>
              <a:rPr>
                <a:solidFill>
                  <a:srgbClr val="9CDCFE"/>
                </a:solidFill>
              </a:rPr>
              <a:t>error</a:t>
            </a:r>
            <a:r>
              <a:t>) {</a:t>
            </a:r>
          </a:p>
          <a:p>
            <a:pPr>
              <a:defRPr sz="16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error</a:t>
            </a:r>
            <a:r>
              <a:t>(</a:t>
            </a:r>
            <a:r>
              <a:rPr>
                <a:solidFill>
                  <a:srgbClr val="CE9178"/>
                </a:solidFill>
              </a:rPr>
              <a:t>"error"</a:t>
            </a:r>
            <a:r>
              <a:t>, </a:t>
            </a:r>
            <a:r>
              <a:rPr>
                <a:solidFill>
                  <a:srgbClr val="9CDCFE"/>
                </a:solidFill>
              </a:rPr>
              <a:t>error</a:t>
            </a:r>
            <a:r>
              <a:t>);</a:t>
            </a:r>
          </a:p>
          <a:p>
            <a:pPr>
              <a:defRPr sz="1600">
                <a:solidFill>
                  <a:srgbClr val="D4D4D4"/>
                </a:solidFill>
                <a:latin typeface="Consolas"/>
                <a:ea typeface="Consolas"/>
                <a:cs typeface="Consolas"/>
                <a:sym typeface="Consolas"/>
              </a:defRPr>
            </a:pPr>
            <a:r>
              <a:t>  }</a:t>
            </a:r>
          </a:p>
          <a:p>
            <a:pPr>
              <a:defRPr sz="1600">
                <a:solidFill>
                  <a:srgbClr val="D4D4D4"/>
                </a:solidFill>
                <a:latin typeface="Consolas"/>
                <a:ea typeface="Consolas"/>
                <a:cs typeface="Consolas"/>
                <a:sym typeface="Consolas"/>
              </a:defRPr>
            </a:pPr>
            <a:r>
              <a:t>})();</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5"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996" name="Title 3"/>
          <p:cNvSpPr txBox="1"/>
          <p:nvPr>
            <p:ph type="title"/>
          </p:nvPr>
        </p:nvSpPr>
        <p:spPr>
          <a:xfrm>
            <a:off x="457199" y="457200"/>
            <a:ext cx="11274554" cy="457200"/>
          </a:xfrm>
          <a:prstGeom prst="rect">
            <a:avLst/>
          </a:prstGeom>
        </p:spPr>
        <p:txBody>
          <a:bodyPr/>
          <a:lstStyle/>
          <a:p>
            <a:pPr/>
            <a:r>
              <a:t>Counting with Promises</a:t>
            </a:r>
          </a:p>
        </p:txBody>
      </p:sp>
      <p:sp>
        <p:nvSpPr>
          <p:cNvPr id="997" name="Text Placeholder 4"/>
          <p:cNvSpPr txBox="1"/>
          <p:nvPr>
            <p:ph type="body" sz="quarter" idx="1"/>
          </p:nvPr>
        </p:nvSpPr>
        <p:spPr>
          <a:xfrm>
            <a:off x="457200" y="231494"/>
            <a:ext cx="3611880" cy="225706"/>
          </a:xfrm>
          <a:prstGeom prst="rect">
            <a:avLst/>
          </a:prstGeom>
        </p:spPr>
        <p:txBody>
          <a:bodyPr/>
          <a:lstStyle/>
          <a:p>
            <a:pPr/>
            <a:r>
              <a:t>Callbacks &amp; Promises</a:t>
            </a:r>
          </a:p>
        </p:txBody>
      </p:sp>
      <p:sp>
        <p:nvSpPr>
          <p:cNvPr id="998" name="TextBox 5"/>
          <p:cNvSpPr txBox="1"/>
          <p:nvPr/>
        </p:nvSpPr>
        <p:spPr>
          <a:xfrm>
            <a:off x="457198" y="1366462"/>
            <a:ext cx="5399073" cy="3619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569CD6"/>
                </a:solidFill>
                <a:latin typeface="Consolas"/>
                <a:ea typeface="Consolas"/>
                <a:cs typeface="Consolas"/>
                <a:sym typeface="Consolas"/>
              </a:defRPr>
            </a:pPr>
            <a:r>
              <a:t>const</a:t>
            </a:r>
            <a:r>
              <a:rPr>
                <a:solidFill>
                  <a:srgbClr val="D4D4D4"/>
                </a:solidFill>
              </a:rPr>
              <a:t> </a:t>
            </a:r>
            <a:r>
              <a:rPr>
                <a:solidFill>
                  <a:srgbClr val="DCDCAA"/>
                </a:solidFill>
              </a:rPr>
              <a:t>printNumber</a:t>
            </a:r>
            <a:r>
              <a:rPr>
                <a:solidFill>
                  <a:srgbClr val="D4D4D4"/>
                </a:solidFill>
              </a:rPr>
              <a:t> = (</a:t>
            </a:r>
            <a:r>
              <a:rPr>
                <a:solidFill>
                  <a:srgbClr val="9CDCFE"/>
                </a:solidFill>
              </a:rPr>
              <a:t>num</a:t>
            </a:r>
            <a:r>
              <a:rPr>
                <a:solidFill>
                  <a:srgbClr val="D4D4D4"/>
                </a:solidFill>
              </a:rPr>
              <a:t>) </a:t>
            </a:r>
            <a:r>
              <a:t>=&gt;</a:t>
            </a:r>
            <a:endParaRPr>
              <a:solidFill>
                <a:srgbClr val="D4D4D4"/>
              </a:solidFill>
            </a:endParaRPr>
          </a:p>
          <a:p>
            <a:pPr>
              <a:defRPr sz="1600">
                <a:solidFill>
                  <a:srgbClr val="D4D4D4"/>
                </a:solidFill>
                <a:latin typeface="Consolas"/>
                <a:ea typeface="Consolas"/>
                <a:cs typeface="Consolas"/>
                <a:sym typeface="Consolas"/>
              </a:defRPr>
            </a:pPr>
            <a:r>
              <a:t>  </a:t>
            </a:r>
            <a:r>
              <a:rPr>
                <a:solidFill>
                  <a:srgbClr val="569CD6"/>
                </a:solidFill>
              </a:rPr>
              <a:t>new</a:t>
            </a:r>
            <a:r>
              <a:t> </a:t>
            </a:r>
            <a:r>
              <a:rPr>
                <a:solidFill>
                  <a:srgbClr val="4EC9B0"/>
                </a:solidFill>
              </a:rPr>
              <a:t>Promise</a:t>
            </a:r>
            <a:r>
              <a:t>((</a:t>
            </a:r>
            <a:r>
              <a:rPr>
                <a:solidFill>
                  <a:srgbClr val="DCDCAA"/>
                </a:solidFill>
              </a:rPr>
              <a:t>resolve</a:t>
            </a:r>
            <a:r>
              <a:t>, </a:t>
            </a:r>
            <a:r>
              <a:rPr>
                <a:solidFill>
                  <a:srgbClr val="DCDCAA"/>
                </a:solidFill>
              </a:rPr>
              <a:t>reject</a:t>
            </a:r>
            <a:r>
              <a:t>) </a:t>
            </a:r>
            <a:r>
              <a:rPr>
                <a:solidFill>
                  <a:srgbClr val="569CD6"/>
                </a:solidFill>
              </a:rPr>
              <a:t>=&gt;</a:t>
            </a:r>
            <a:r>
              <a:t> {</a:t>
            </a:r>
          </a:p>
          <a:p>
            <a:pPr>
              <a:defRPr sz="1600">
                <a:solidFill>
                  <a:srgbClr val="D4D4D4"/>
                </a:solidFill>
                <a:latin typeface="Consolas"/>
                <a:ea typeface="Consolas"/>
                <a:cs typeface="Consolas"/>
                <a:sym typeface="Consolas"/>
              </a:defRPr>
            </a:pPr>
            <a:r>
              <a:t>    </a:t>
            </a:r>
            <a:r>
              <a:rPr>
                <a:solidFill>
                  <a:srgbClr val="DCDCAA"/>
                </a:solidFill>
              </a:rPr>
              <a:t>setTimeout</a:t>
            </a:r>
            <a:r>
              <a:t>(() </a:t>
            </a:r>
            <a:r>
              <a:rPr>
                <a:solidFill>
                  <a:srgbClr val="569CD6"/>
                </a:solidFill>
              </a:rPr>
              <a:t>=&gt;</a:t>
            </a:r>
            <a:r>
              <a:t> {</a:t>
            </a:r>
          </a:p>
          <a:p>
            <a:pPr>
              <a:defRPr sz="16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CE9178"/>
                </a:solidFill>
              </a:rPr>
              <a:t>"Your number:"</a:t>
            </a:r>
            <a:r>
              <a:t>, </a:t>
            </a:r>
            <a:r>
              <a:rPr>
                <a:solidFill>
                  <a:srgbClr val="9CDCFE"/>
                </a:solidFill>
              </a:rPr>
              <a:t>num</a:t>
            </a:r>
            <a:r>
              <a:t>);</a:t>
            </a:r>
          </a:p>
          <a:p>
            <a:pPr>
              <a:defRPr sz="1600">
                <a:solidFill>
                  <a:srgbClr val="D4D4D4"/>
                </a:solidFill>
                <a:latin typeface="Consolas"/>
                <a:ea typeface="Consolas"/>
                <a:cs typeface="Consolas"/>
                <a:sym typeface="Consolas"/>
              </a:defRPr>
            </a:pPr>
            <a:r>
              <a:t>      </a:t>
            </a:r>
            <a:r>
              <a:rPr>
                <a:solidFill>
                  <a:srgbClr val="DCDCAA"/>
                </a:solidFill>
              </a:rPr>
              <a:t>resolve</a:t>
            </a:r>
            <a:r>
              <a:t>();</a:t>
            </a:r>
          </a:p>
          <a:p>
            <a:pPr>
              <a:defRPr sz="1600">
                <a:solidFill>
                  <a:srgbClr val="D4D4D4"/>
                </a:solidFill>
                <a:latin typeface="Consolas"/>
                <a:ea typeface="Consolas"/>
                <a:cs typeface="Consolas"/>
                <a:sym typeface="Consolas"/>
              </a:defRPr>
            </a:pPr>
            <a:r>
              <a:t>    }, </a:t>
            </a:r>
            <a:r>
              <a:rPr>
                <a:solidFill>
                  <a:srgbClr val="9CDCFE"/>
                </a:solidFill>
              </a:rPr>
              <a:t>Math</a:t>
            </a:r>
            <a:r>
              <a:t>.</a:t>
            </a:r>
            <a:r>
              <a:rPr>
                <a:solidFill>
                  <a:srgbClr val="DCDCAA"/>
                </a:solidFill>
              </a:rPr>
              <a:t>floor</a:t>
            </a:r>
            <a:r>
              <a:t>(</a:t>
            </a:r>
            <a:r>
              <a:rPr>
                <a:solidFill>
                  <a:srgbClr val="9CDCFE"/>
                </a:solidFill>
              </a:rPr>
              <a:t>Math</a:t>
            </a:r>
            <a:r>
              <a:t>.</a:t>
            </a:r>
            <a:r>
              <a:rPr>
                <a:solidFill>
                  <a:srgbClr val="DCDCAA"/>
                </a:solidFill>
              </a:rPr>
              <a:t>random</a:t>
            </a:r>
            <a:r>
              <a:t>() * </a:t>
            </a:r>
            <a:r>
              <a:rPr>
                <a:solidFill>
                  <a:srgbClr val="B5CEA8"/>
                </a:solidFill>
              </a:rPr>
              <a:t>100</a:t>
            </a:r>
            <a:r>
              <a:t>) + </a:t>
            </a:r>
            <a:r>
              <a:rPr>
                <a:solidFill>
                  <a:srgbClr val="B5CEA8"/>
                </a:solidFill>
              </a:rPr>
              <a:t>1</a:t>
            </a:r>
            <a:r>
              <a:t>);</a:t>
            </a:r>
          </a:p>
          <a:p>
            <a:pPr>
              <a:defRPr sz="1600">
                <a:solidFill>
                  <a:srgbClr val="D4D4D4"/>
                </a:solidFill>
                <a:latin typeface="Consolas"/>
                <a:ea typeface="Consolas"/>
                <a:cs typeface="Consolas"/>
                <a:sym typeface="Consolas"/>
              </a:defRPr>
            </a:pPr>
            <a:r>
              <a:t>  });</a:t>
            </a:r>
          </a:p>
          <a:p>
            <a:pPr>
              <a:defRPr sz="1600">
                <a:solidFill>
                  <a:srgbClr val="D4D4D4"/>
                </a:solidFill>
                <a:latin typeface="Consolas"/>
                <a:ea typeface="Consolas"/>
                <a:cs typeface="Consolas"/>
                <a:sym typeface="Consolas"/>
              </a:defRPr>
            </a:pPr>
            <a:br/>
            <a:r>
              <a:rPr>
                <a:solidFill>
                  <a:srgbClr val="569CD6"/>
                </a:solidFill>
              </a:rPr>
              <a:t>const</a:t>
            </a:r>
            <a:r>
              <a:t> </a:t>
            </a:r>
            <a:r>
              <a:rPr>
                <a:solidFill>
                  <a:srgbClr val="DCDCAA"/>
                </a:solidFill>
              </a:rPr>
              <a:t>countToThree</a:t>
            </a:r>
            <a:r>
              <a:t> = () </a:t>
            </a:r>
            <a:r>
              <a:rPr>
                <a:solidFill>
                  <a:srgbClr val="569CD6"/>
                </a:solidFill>
              </a:rPr>
              <a:t>=&gt;</a:t>
            </a:r>
            <a:r>
              <a:t> {</a:t>
            </a:r>
          </a:p>
          <a:p>
            <a:pPr>
              <a:defRPr sz="1600">
                <a:solidFill>
                  <a:srgbClr val="D4D4D4"/>
                </a:solidFill>
                <a:latin typeface="Consolas"/>
                <a:ea typeface="Consolas"/>
                <a:cs typeface="Consolas"/>
                <a:sym typeface="Consolas"/>
              </a:defRPr>
            </a:pPr>
            <a:r>
              <a:t>  </a:t>
            </a:r>
            <a:r>
              <a:rPr>
                <a:solidFill>
                  <a:srgbClr val="DCDCAA"/>
                </a:solidFill>
              </a:rPr>
              <a:t>printNumber</a:t>
            </a:r>
            <a:r>
              <a:t>(</a:t>
            </a:r>
            <a:r>
              <a:rPr>
                <a:solidFill>
                  <a:srgbClr val="B5CEA8"/>
                </a:solidFill>
              </a:rPr>
              <a:t>1</a:t>
            </a:r>
            <a:r>
              <a:t>)</a:t>
            </a:r>
          </a:p>
          <a:p>
            <a:pPr>
              <a:defRPr sz="1600">
                <a:solidFill>
                  <a:srgbClr val="D4D4D4"/>
                </a:solidFill>
                <a:latin typeface="Consolas"/>
                <a:ea typeface="Consolas"/>
                <a:cs typeface="Consolas"/>
                <a:sym typeface="Consolas"/>
              </a:defRPr>
            </a:pPr>
            <a:r>
              <a:t>    .</a:t>
            </a:r>
            <a:r>
              <a:rPr>
                <a:solidFill>
                  <a:srgbClr val="DCDCAA"/>
                </a:solidFill>
              </a:rPr>
              <a:t>then</a:t>
            </a:r>
            <a:r>
              <a:t>(() </a:t>
            </a:r>
            <a:r>
              <a:rPr>
                <a:solidFill>
                  <a:srgbClr val="569CD6"/>
                </a:solidFill>
              </a:rPr>
              <a:t>=&gt;</a:t>
            </a:r>
            <a:r>
              <a:t> </a:t>
            </a:r>
            <a:r>
              <a:rPr>
                <a:solidFill>
                  <a:srgbClr val="DCDCAA"/>
                </a:solidFill>
              </a:rPr>
              <a:t>printNumber</a:t>
            </a:r>
            <a:r>
              <a:t>(</a:t>
            </a:r>
            <a:r>
              <a:rPr>
                <a:solidFill>
                  <a:srgbClr val="B5CEA8"/>
                </a:solidFill>
              </a:rPr>
              <a:t>2</a:t>
            </a:r>
            <a:r>
              <a:t>))</a:t>
            </a:r>
          </a:p>
          <a:p>
            <a:pPr>
              <a:defRPr sz="1600">
                <a:solidFill>
                  <a:srgbClr val="D4D4D4"/>
                </a:solidFill>
                <a:latin typeface="Consolas"/>
                <a:ea typeface="Consolas"/>
                <a:cs typeface="Consolas"/>
                <a:sym typeface="Consolas"/>
              </a:defRPr>
            </a:pPr>
            <a:r>
              <a:t>    .</a:t>
            </a:r>
            <a:r>
              <a:rPr>
                <a:solidFill>
                  <a:srgbClr val="DCDCAA"/>
                </a:solidFill>
              </a:rPr>
              <a:t>then</a:t>
            </a:r>
            <a:r>
              <a:t>(() </a:t>
            </a:r>
            <a:r>
              <a:rPr>
                <a:solidFill>
                  <a:srgbClr val="569CD6"/>
                </a:solidFill>
              </a:rPr>
              <a:t>=&gt;</a:t>
            </a:r>
            <a:r>
              <a:t> </a:t>
            </a:r>
            <a:r>
              <a:rPr>
                <a:solidFill>
                  <a:srgbClr val="DCDCAA"/>
                </a:solidFill>
              </a:rPr>
              <a:t>printNumber</a:t>
            </a:r>
            <a:r>
              <a:t>(</a:t>
            </a:r>
            <a:r>
              <a:rPr>
                <a:solidFill>
                  <a:srgbClr val="B5CEA8"/>
                </a:solidFill>
              </a:rPr>
              <a:t>3</a:t>
            </a:r>
            <a:r>
              <a:t>));</a:t>
            </a:r>
          </a:p>
          <a:p>
            <a:pPr>
              <a:defRPr sz="1600">
                <a:solidFill>
                  <a:srgbClr val="D4D4D4"/>
                </a:solidFill>
                <a:latin typeface="Consolas"/>
                <a:ea typeface="Consolas"/>
                <a:cs typeface="Consolas"/>
                <a:sym typeface="Consolas"/>
              </a:defRPr>
            </a:pPr>
            <a:r>
              <a:t>};</a:t>
            </a:r>
          </a:p>
          <a:p>
            <a:pPr>
              <a:defRPr sz="1600">
                <a:solidFill>
                  <a:srgbClr val="D4D4D4"/>
                </a:solidFill>
                <a:latin typeface="Consolas"/>
                <a:ea typeface="Consolas"/>
                <a:cs typeface="Consolas"/>
                <a:sym typeface="Consolas"/>
              </a:defRPr>
            </a:pPr>
            <a:br/>
            <a:r>
              <a:rPr>
                <a:solidFill>
                  <a:srgbClr val="DCDCAA"/>
                </a:solidFill>
              </a:rPr>
              <a:t>countToThree</a:t>
            </a:r>
            <a:r>
              <a:t>();</a:t>
            </a:r>
          </a:p>
        </p:txBody>
      </p:sp>
      <p:sp>
        <p:nvSpPr>
          <p:cNvPr id="999" name="TextBox 6"/>
          <p:cNvSpPr txBox="1"/>
          <p:nvPr/>
        </p:nvSpPr>
        <p:spPr>
          <a:xfrm>
            <a:off x="6094476" y="3315985"/>
            <a:ext cx="5085708" cy="14156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569CD6"/>
                </a:solidFill>
                <a:latin typeface="Consolas"/>
                <a:ea typeface="Consolas"/>
                <a:cs typeface="Consolas"/>
                <a:sym typeface="Consolas"/>
              </a:defRPr>
            </a:pPr>
            <a:r>
              <a:t>const</a:t>
            </a:r>
            <a:r>
              <a:rPr>
                <a:solidFill>
                  <a:srgbClr val="D4D4D4"/>
                </a:solidFill>
              </a:rPr>
              <a:t> </a:t>
            </a:r>
            <a:r>
              <a:rPr>
                <a:solidFill>
                  <a:srgbClr val="DCDCAA"/>
                </a:solidFill>
              </a:rPr>
              <a:t>countToThree</a:t>
            </a:r>
            <a:r>
              <a:rPr>
                <a:solidFill>
                  <a:srgbClr val="D4D4D4"/>
                </a:solidFill>
              </a:rPr>
              <a:t> = </a:t>
            </a:r>
            <a:r>
              <a:t>async</a:t>
            </a:r>
            <a:r>
              <a:rPr>
                <a:solidFill>
                  <a:srgbClr val="D4D4D4"/>
                </a:solidFill>
              </a:rPr>
              <a:t> () </a:t>
            </a:r>
            <a:r>
              <a:t>=&gt;</a:t>
            </a:r>
            <a:r>
              <a:rPr>
                <a:solidFill>
                  <a:srgbClr val="D4D4D4"/>
                </a:solidFill>
              </a:rPr>
              <a:t> {</a:t>
            </a:r>
            <a:endParaRPr>
              <a:solidFill>
                <a:srgbClr val="D4D4D4"/>
              </a:solidFill>
            </a:endParaRPr>
          </a:p>
          <a:p>
            <a:pPr>
              <a:defRPr sz="1600">
                <a:solidFill>
                  <a:srgbClr val="D4D4D4"/>
                </a:solidFill>
                <a:latin typeface="Consolas"/>
                <a:ea typeface="Consolas"/>
                <a:cs typeface="Consolas"/>
                <a:sym typeface="Consolas"/>
              </a:defRPr>
            </a:pPr>
            <a:r>
              <a:t>  </a:t>
            </a:r>
            <a:r>
              <a:rPr>
                <a:solidFill>
                  <a:srgbClr val="C586C0"/>
                </a:solidFill>
              </a:rPr>
              <a:t>await</a:t>
            </a:r>
            <a:r>
              <a:t> </a:t>
            </a:r>
            <a:r>
              <a:rPr>
                <a:solidFill>
                  <a:srgbClr val="DCDCAA"/>
                </a:solidFill>
              </a:rPr>
              <a:t>printNumber</a:t>
            </a:r>
            <a:r>
              <a:t>(</a:t>
            </a:r>
            <a:r>
              <a:rPr>
                <a:solidFill>
                  <a:srgbClr val="B5CEA8"/>
                </a:solidFill>
              </a:rPr>
              <a:t>1</a:t>
            </a:r>
            <a:r>
              <a:t>);</a:t>
            </a:r>
          </a:p>
          <a:p>
            <a:pPr>
              <a:defRPr sz="1600">
                <a:solidFill>
                  <a:srgbClr val="D4D4D4"/>
                </a:solidFill>
                <a:latin typeface="Consolas"/>
                <a:ea typeface="Consolas"/>
                <a:cs typeface="Consolas"/>
                <a:sym typeface="Consolas"/>
              </a:defRPr>
            </a:pPr>
            <a:r>
              <a:t>  </a:t>
            </a:r>
            <a:r>
              <a:rPr>
                <a:solidFill>
                  <a:srgbClr val="C586C0"/>
                </a:solidFill>
              </a:rPr>
              <a:t>await</a:t>
            </a:r>
            <a:r>
              <a:t> </a:t>
            </a:r>
            <a:r>
              <a:rPr>
                <a:solidFill>
                  <a:srgbClr val="DCDCAA"/>
                </a:solidFill>
              </a:rPr>
              <a:t>printNumber</a:t>
            </a:r>
            <a:r>
              <a:t>(</a:t>
            </a:r>
            <a:r>
              <a:rPr>
                <a:solidFill>
                  <a:srgbClr val="B5CEA8"/>
                </a:solidFill>
              </a:rPr>
              <a:t>2</a:t>
            </a:r>
            <a:r>
              <a:t>);</a:t>
            </a:r>
          </a:p>
          <a:p>
            <a:pPr>
              <a:defRPr sz="1600">
                <a:solidFill>
                  <a:srgbClr val="D4D4D4"/>
                </a:solidFill>
                <a:latin typeface="Consolas"/>
                <a:ea typeface="Consolas"/>
                <a:cs typeface="Consolas"/>
                <a:sym typeface="Consolas"/>
              </a:defRPr>
            </a:pPr>
            <a:r>
              <a:t>  </a:t>
            </a:r>
            <a:r>
              <a:rPr>
                <a:solidFill>
                  <a:srgbClr val="C586C0"/>
                </a:solidFill>
              </a:rPr>
              <a:t>await</a:t>
            </a:r>
            <a:r>
              <a:t> </a:t>
            </a:r>
            <a:r>
              <a:rPr>
                <a:solidFill>
                  <a:srgbClr val="DCDCAA"/>
                </a:solidFill>
              </a:rPr>
              <a:t>printNumber</a:t>
            </a:r>
            <a:r>
              <a:t>(</a:t>
            </a:r>
            <a:r>
              <a:rPr>
                <a:solidFill>
                  <a:srgbClr val="B5CEA8"/>
                </a:solidFill>
              </a:rPr>
              <a:t>3</a:t>
            </a:r>
            <a:r>
              <a:t>);</a:t>
            </a:r>
          </a:p>
          <a:p>
            <a:pPr>
              <a:defRPr sz="1600">
                <a:solidFill>
                  <a:srgbClr val="D4D4D4"/>
                </a:solidFill>
                <a:latin typeface="Consolas"/>
                <a:ea typeface="Consolas"/>
                <a:cs typeface="Consolas"/>
                <a:sym typeface="Consolas"/>
              </a:defRPr>
            </a:pPr>
            <a:r>
              <a:t>};</a:t>
            </a:r>
          </a:p>
        </p:txBody>
      </p:sp>
      <p:sp>
        <p:nvSpPr>
          <p:cNvPr id="1000" name="TextBox 7"/>
          <p:cNvSpPr txBox="1"/>
          <p:nvPr/>
        </p:nvSpPr>
        <p:spPr>
          <a:xfrm>
            <a:off x="457198" y="5404206"/>
            <a:ext cx="11274554"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6A9955"/>
                </a:solidFill>
                <a:latin typeface="Consolas"/>
                <a:ea typeface="Consolas"/>
                <a:cs typeface="Consolas"/>
                <a:sym typeface="Consolas"/>
              </a:defRPr>
            </a:lvl1pPr>
          </a:lstStyle>
          <a:p>
            <a:pPr/>
            <a:r>
              <a:t>/** We successfully created a promise chain that will print the numbers in order */</a:t>
            </a:r>
            <a:endParaRPr>
              <a:solidFill>
                <a:srgbClr val="D4D4D4"/>
              </a:solidFill>
            </a:endParaRP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2"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003" name="Text Placeholder 4"/>
          <p:cNvSpPr txBox="1"/>
          <p:nvPr>
            <p:ph type="body" sz="quarter" idx="1"/>
          </p:nvPr>
        </p:nvSpPr>
        <p:spPr>
          <a:xfrm>
            <a:off x="457200" y="231494"/>
            <a:ext cx="3611880" cy="225706"/>
          </a:xfrm>
          <a:prstGeom prst="rect">
            <a:avLst/>
          </a:prstGeom>
        </p:spPr>
        <p:txBody>
          <a:bodyPr/>
          <a:lstStyle/>
          <a:p>
            <a:pPr/>
            <a:r>
              <a:t>Callbacks &amp; Promises</a:t>
            </a:r>
          </a:p>
        </p:txBody>
      </p:sp>
      <p:sp>
        <p:nvSpPr>
          <p:cNvPr id="1004" name="Title 3"/>
          <p:cNvSpPr txBox="1"/>
          <p:nvPr>
            <p:ph type="title"/>
          </p:nvPr>
        </p:nvSpPr>
        <p:spPr>
          <a:prstGeom prst="rect">
            <a:avLst/>
          </a:prstGeom>
        </p:spPr>
        <p:txBody>
          <a:bodyPr/>
          <a:lstStyle/>
          <a:p>
            <a:pPr/>
            <a:r>
              <a:t>Sync the async</a:t>
            </a:r>
          </a:p>
        </p:txBody>
      </p:sp>
      <p:sp>
        <p:nvSpPr>
          <p:cNvPr id="1005" name="Tartalom helye 6"/>
          <p:cNvSpPr txBox="1"/>
          <p:nvPr/>
        </p:nvSpPr>
        <p:spPr>
          <a:xfrm>
            <a:off x="402907" y="1079500"/>
            <a:ext cx="5556518" cy="283498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spcBef>
                <a:spcPts val="600"/>
              </a:spcBef>
              <a:buSzPct val="100000"/>
              <a:buFont typeface="Arial"/>
              <a:buChar char="•"/>
            </a:pPr>
            <a:r>
              <a:t>What the actual …? Why …?</a:t>
            </a:r>
            <a:endParaRPr sz="1200"/>
          </a:p>
          <a:p>
            <a:pPr marL="285750" indent="-285750">
              <a:spcBef>
                <a:spcPts val="600"/>
              </a:spcBef>
              <a:buSzPct val="100000"/>
              <a:buFont typeface="Arial"/>
              <a:buChar char="•"/>
            </a:pPr>
            <a:r>
              <a:t>A little multi-threaded thinking is needed</a:t>
            </a:r>
            <a:endParaRPr sz="1200"/>
          </a:p>
          <a:p>
            <a:pPr lvl="1" marL="971550" indent="-285750">
              <a:spcBef>
                <a:spcPts val="600"/>
              </a:spcBef>
              <a:buSzPct val="100000"/>
              <a:buFont typeface="Arial"/>
              <a:buChar char="•"/>
            </a:pPr>
            <a:r>
              <a:t>E.g. transactions (database or multiple requests)</a:t>
            </a:r>
            <a:endParaRPr sz="1200"/>
          </a:p>
          <a:p>
            <a:pPr marL="285750" indent="-285750">
              <a:spcBef>
                <a:spcPts val="600"/>
              </a:spcBef>
              <a:buSzPct val="100000"/>
              <a:buFont typeface="Arial"/>
              <a:buChar char="•"/>
            </a:pPr>
            <a:r>
              <a:t>We want to know when all the async methods are finished, failed or just settled (-&gt; Promise.allSettled)</a:t>
            </a:r>
            <a:endParaRPr sz="1200"/>
          </a:p>
          <a:p>
            <a:pPr marL="285750" indent="-285750">
              <a:spcBef>
                <a:spcPts val="600"/>
              </a:spcBef>
              <a:buSzPct val="100000"/>
              <a:buFont typeface="Arial"/>
              <a:buChar char="•"/>
            </a:pPr>
            <a:r>
              <a:t>We want the fastest result (-&gt; Promise.race)</a:t>
            </a:r>
            <a:endParaRPr sz="1200"/>
          </a:p>
          <a:p>
            <a:pPr lvl="1" marL="971550" indent="-285750">
              <a:spcBef>
                <a:spcPts val="600"/>
              </a:spcBef>
              <a:buSzPct val="100000"/>
              <a:buFont typeface="Arial"/>
              <a:buChar char="•"/>
            </a:pPr>
            <a:r>
              <a:t>How to stop the unstoppable?</a:t>
            </a:r>
            <a:endParaRPr sz="1200"/>
          </a:p>
          <a:p>
            <a:pPr lvl="2" indent="1143000">
              <a:spcBef>
                <a:spcPts val="600"/>
              </a:spcBef>
            </a:pPr>
            <a:r>
              <a:t>-&gt; don’t – just accept it and move on</a:t>
            </a:r>
          </a:p>
        </p:txBody>
      </p:sp>
      <p:sp>
        <p:nvSpPr>
          <p:cNvPr id="1006" name="TextBox 6"/>
          <p:cNvSpPr txBox="1"/>
          <p:nvPr/>
        </p:nvSpPr>
        <p:spPr>
          <a:xfrm>
            <a:off x="6260122" y="457199"/>
            <a:ext cx="5829301" cy="5613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569CD6"/>
                </a:solidFill>
                <a:latin typeface="Consolas"/>
                <a:ea typeface="Consolas"/>
                <a:cs typeface="Consolas"/>
                <a:sym typeface="Consolas"/>
              </a:defRPr>
            </a:pPr>
            <a:r>
              <a:t>const</a:t>
            </a:r>
            <a:r>
              <a:rPr>
                <a:solidFill>
                  <a:srgbClr val="D4D4D4"/>
                </a:solidFill>
              </a:rPr>
              <a:t> </a:t>
            </a:r>
            <a:r>
              <a:rPr>
                <a:solidFill>
                  <a:srgbClr val="DCDCAA"/>
                </a:solidFill>
              </a:rPr>
              <a:t>printNumber</a:t>
            </a:r>
            <a:r>
              <a:rPr>
                <a:solidFill>
                  <a:srgbClr val="D4D4D4"/>
                </a:solidFill>
              </a:rPr>
              <a:t> = (</a:t>
            </a:r>
            <a:r>
              <a:rPr>
                <a:solidFill>
                  <a:srgbClr val="9CDCFE"/>
                </a:solidFill>
              </a:rPr>
              <a:t>num</a:t>
            </a:r>
            <a:r>
              <a:rPr>
                <a:solidFill>
                  <a:srgbClr val="D4D4D4"/>
                </a:solidFill>
              </a:rPr>
              <a:t>) </a:t>
            </a:r>
            <a:r>
              <a:t>=&gt;</a:t>
            </a:r>
            <a:endParaRPr>
              <a:solidFill>
                <a:srgbClr val="D4D4D4"/>
              </a:solidFill>
            </a:endParaRPr>
          </a:p>
          <a:p>
            <a:pPr>
              <a:defRPr sz="1400">
                <a:solidFill>
                  <a:srgbClr val="D4D4D4"/>
                </a:solidFill>
                <a:latin typeface="Consolas"/>
                <a:ea typeface="Consolas"/>
                <a:cs typeface="Consolas"/>
                <a:sym typeface="Consolas"/>
              </a:defRPr>
            </a:pPr>
            <a:r>
              <a:t>  </a:t>
            </a:r>
            <a:r>
              <a:rPr>
                <a:solidFill>
                  <a:srgbClr val="569CD6"/>
                </a:solidFill>
              </a:rPr>
              <a:t>new</a:t>
            </a:r>
            <a:r>
              <a:t> </a:t>
            </a:r>
            <a:r>
              <a:rPr>
                <a:solidFill>
                  <a:srgbClr val="4EC9B0"/>
                </a:solidFill>
              </a:rPr>
              <a:t>Promise</a:t>
            </a:r>
            <a:r>
              <a:t>((</a:t>
            </a:r>
            <a:r>
              <a:rPr>
                <a:solidFill>
                  <a:srgbClr val="DCDCAA"/>
                </a:solidFill>
              </a:rPr>
              <a:t>resolve</a:t>
            </a:r>
            <a:r>
              <a:t>, </a:t>
            </a:r>
            <a:r>
              <a:rPr>
                <a:solidFill>
                  <a:srgbClr val="DCDCAA"/>
                </a:solidFill>
              </a:rPr>
              <a:t>reject</a:t>
            </a:r>
            <a:r>
              <a:t>) </a:t>
            </a:r>
            <a:r>
              <a:rPr>
                <a:solidFill>
                  <a:srgbClr val="569CD6"/>
                </a:solidFill>
              </a:rPr>
              <a:t>=&gt;</a:t>
            </a:r>
            <a:r>
              <a:t> {</a:t>
            </a:r>
          </a:p>
          <a:p>
            <a:pPr>
              <a:defRPr sz="1400">
                <a:solidFill>
                  <a:srgbClr val="D4D4D4"/>
                </a:solidFill>
                <a:latin typeface="Consolas"/>
                <a:ea typeface="Consolas"/>
                <a:cs typeface="Consolas"/>
                <a:sym typeface="Consolas"/>
              </a:defRPr>
            </a:pPr>
            <a:r>
              <a:t>    </a:t>
            </a:r>
            <a:r>
              <a:rPr>
                <a:solidFill>
                  <a:srgbClr val="569CD6"/>
                </a:solidFill>
              </a:rPr>
              <a:t>const</a:t>
            </a:r>
            <a:r>
              <a:t> </a:t>
            </a:r>
            <a:r>
              <a:rPr>
                <a:solidFill>
                  <a:srgbClr val="4FC1FF"/>
                </a:solidFill>
              </a:rPr>
              <a:t>wait</a:t>
            </a:r>
            <a:r>
              <a:t> = </a:t>
            </a:r>
            <a:r>
              <a:rPr>
                <a:solidFill>
                  <a:srgbClr val="9CDCFE"/>
                </a:solidFill>
              </a:rPr>
              <a:t>Math</a:t>
            </a:r>
            <a:r>
              <a:t>.</a:t>
            </a:r>
            <a:r>
              <a:rPr>
                <a:solidFill>
                  <a:srgbClr val="DCDCAA"/>
                </a:solidFill>
              </a:rPr>
              <a:t>floor</a:t>
            </a:r>
            <a:r>
              <a:t>(</a:t>
            </a:r>
            <a:r>
              <a:rPr>
                <a:solidFill>
                  <a:srgbClr val="9CDCFE"/>
                </a:solidFill>
              </a:rPr>
              <a:t>Math</a:t>
            </a:r>
            <a:r>
              <a:t>.</a:t>
            </a:r>
            <a:r>
              <a:rPr>
                <a:solidFill>
                  <a:srgbClr val="DCDCAA"/>
                </a:solidFill>
              </a:rPr>
              <a:t>random</a:t>
            </a:r>
            <a:r>
              <a:t>() * </a:t>
            </a:r>
            <a:r>
              <a:rPr>
                <a:solidFill>
                  <a:srgbClr val="B5CEA8"/>
                </a:solidFill>
              </a:rPr>
              <a:t>100</a:t>
            </a:r>
            <a:r>
              <a:t>) + </a:t>
            </a:r>
            <a:r>
              <a:rPr>
                <a:solidFill>
                  <a:srgbClr val="B5CEA8"/>
                </a:solidFill>
              </a:rPr>
              <a:t>1</a:t>
            </a:r>
            <a:r>
              <a:t>;</a:t>
            </a:r>
          </a:p>
          <a:p>
            <a:pPr>
              <a:defRPr sz="1400">
                <a:solidFill>
                  <a:srgbClr val="D4D4D4"/>
                </a:solidFill>
                <a:latin typeface="Consolas"/>
                <a:ea typeface="Consolas"/>
                <a:cs typeface="Consolas"/>
                <a:sym typeface="Consolas"/>
              </a:defRPr>
            </a:pPr>
            <a:r>
              <a:t>    </a:t>
            </a:r>
            <a:r>
              <a:rPr>
                <a:solidFill>
                  <a:srgbClr val="DCDCAA"/>
                </a:solidFill>
              </a:rPr>
              <a:t>setTimeout</a:t>
            </a:r>
            <a:r>
              <a:t>(() </a:t>
            </a:r>
            <a:r>
              <a:rPr>
                <a:solidFill>
                  <a:srgbClr val="569CD6"/>
                </a:solidFill>
              </a:rPr>
              <a:t>=&gt;</a:t>
            </a:r>
            <a:r>
              <a:t> {</a:t>
            </a:r>
          </a:p>
          <a:p>
            <a:pPr>
              <a:defRPr sz="14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r>
              <a:rPr>
                <a:solidFill>
                  <a:srgbClr val="CE9178"/>
                </a:solidFill>
              </a:rPr>
              <a:t>"Your number:"</a:t>
            </a:r>
            <a:r>
              <a:t>, </a:t>
            </a:r>
            <a:r>
              <a:rPr>
                <a:solidFill>
                  <a:srgbClr val="9CDCFE"/>
                </a:solidFill>
              </a:rPr>
              <a:t>num</a:t>
            </a:r>
            <a:r>
              <a:t>);</a:t>
            </a:r>
          </a:p>
          <a:p>
            <a:pPr>
              <a:defRPr sz="1400">
                <a:solidFill>
                  <a:srgbClr val="D4D4D4"/>
                </a:solidFill>
                <a:latin typeface="Consolas"/>
                <a:ea typeface="Consolas"/>
                <a:cs typeface="Consolas"/>
                <a:sym typeface="Consolas"/>
              </a:defRPr>
            </a:pPr>
            <a:r>
              <a:t>      </a:t>
            </a:r>
            <a:r>
              <a:rPr>
                <a:solidFill>
                  <a:srgbClr val="DCDCAA"/>
                </a:solidFill>
              </a:rPr>
              <a:t>resolve</a:t>
            </a:r>
            <a:r>
              <a:t>({ </a:t>
            </a:r>
            <a:r>
              <a:rPr>
                <a:solidFill>
                  <a:srgbClr val="4FC1FF"/>
                </a:solidFill>
              </a:rPr>
              <a:t>wait</a:t>
            </a:r>
            <a:r>
              <a:t>,</a:t>
            </a:r>
            <a:r>
              <a:rPr>
                <a:solidFill>
                  <a:srgbClr val="4FC1FF"/>
                </a:solidFill>
              </a:rPr>
              <a:t> num </a:t>
            </a:r>
            <a:r>
              <a:t>});</a:t>
            </a:r>
          </a:p>
          <a:p>
            <a:pPr>
              <a:defRPr sz="1400">
                <a:solidFill>
                  <a:srgbClr val="D4D4D4"/>
                </a:solidFill>
                <a:latin typeface="Consolas"/>
                <a:ea typeface="Consolas"/>
                <a:cs typeface="Consolas"/>
                <a:sym typeface="Consolas"/>
              </a:defRPr>
            </a:pPr>
            <a:r>
              <a:t>    }, </a:t>
            </a:r>
            <a:r>
              <a:rPr>
                <a:solidFill>
                  <a:srgbClr val="4FC1FF"/>
                </a:solidFill>
              </a:rPr>
              <a:t>wait</a:t>
            </a:r>
            <a:r>
              <a:t>);</a:t>
            </a:r>
          </a:p>
          <a:p>
            <a:pPr>
              <a:defRPr sz="1400">
                <a:solidFill>
                  <a:srgbClr val="D4D4D4"/>
                </a:solidFill>
                <a:latin typeface="Consolas"/>
                <a:ea typeface="Consolas"/>
                <a:cs typeface="Consolas"/>
                <a:sym typeface="Consolas"/>
              </a:defRPr>
            </a:pPr>
            <a:r>
              <a:t>  });</a:t>
            </a:r>
          </a:p>
          <a:p>
            <a:pPr>
              <a:defRPr sz="1400">
                <a:solidFill>
                  <a:srgbClr val="D4D4D4"/>
                </a:solidFill>
                <a:latin typeface="Consolas"/>
                <a:ea typeface="Consolas"/>
                <a:cs typeface="Consolas"/>
                <a:sym typeface="Consolas"/>
              </a:defRPr>
            </a:pPr>
          </a:p>
          <a:p>
            <a:pPr>
              <a:defRPr sz="1400">
                <a:solidFill>
                  <a:srgbClr val="569CD6"/>
                </a:solidFill>
                <a:latin typeface="Consolas"/>
                <a:ea typeface="Consolas"/>
                <a:cs typeface="Consolas"/>
                <a:sym typeface="Consolas"/>
              </a:defRPr>
            </a:pPr>
            <a:r>
              <a:t>const</a:t>
            </a:r>
            <a:r>
              <a:rPr>
                <a:solidFill>
                  <a:srgbClr val="D4D4D4"/>
                </a:solidFill>
              </a:rPr>
              <a:t> </a:t>
            </a:r>
            <a:r>
              <a:rPr>
                <a:solidFill>
                  <a:srgbClr val="DCDCAA"/>
                </a:solidFill>
              </a:rPr>
              <a:t>count</a:t>
            </a:r>
            <a:r>
              <a:rPr>
                <a:solidFill>
                  <a:srgbClr val="D4D4D4"/>
                </a:solidFill>
              </a:rPr>
              <a:t> = () </a:t>
            </a:r>
            <a:r>
              <a:t>=&gt;</a:t>
            </a:r>
            <a:r>
              <a:rPr>
                <a:solidFill>
                  <a:srgbClr val="D4D4D4"/>
                </a:solidFill>
              </a:rPr>
              <a:t> {</a:t>
            </a:r>
            <a:endParaRPr>
              <a:solidFill>
                <a:srgbClr val="D4D4D4"/>
              </a:solidFill>
            </a:endParaRPr>
          </a:p>
          <a:p>
            <a:pPr>
              <a:defRPr sz="1400">
                <a:solidFill>
                  <a:srgbClr val="D4D4D4"/>
                </a:solidFill>
                <a:latin typeface="Consolas"/>
                <a:ea typeface="Consolas"/>
                <a:cs typeface="Consolas"/>
                <a:sym typeface="Consolas"/>
              </a:defRPr>
            </a:pPr>
            <a:r>
              <a:t>  </a:t>
            </a:r>
            <a:r>
              <a:rPr>
                <a:solidFill>
                  <a:srgbClr val="C586C0"/>
                </a:solidFill>
              </a:rPr>
              <a:t>return</a:t>
            </a:r>
            <a:r>
              <a:t> </a:t>
            </a:r>
            <a:r>
              <a:rPr>
                <a:solidFill>
                  <a:srgbClr val="4EC9B0"/>
                </a:solidFill>
              </a:rPr>
              <a:t>Promise</a:t>
            </a:r>
            <a:r>
              <a:rPr>
                <a:solidFill>
                  <a:srgbClr val="DCDCAA"/>
                </a:solidFill>
              </a:rPr>
              <a:t>.all</a:t>
            </a:r>
            <a:r>
              <a:t>(</a:t>
            </a:r>
            <a:r>
              <a:rPr>
                <a:solidFill>
                  <a:srgbClr val="4FC1FF"/>
                </a:solidFill>
              </a:rPr>
              <a:t>[</a:t>
            </a:r>
            <a:endParaRPr>
              <a:solidFill>
                <a:srgbClr val="4FC1FF"/>
              </a:solidFill>
            </a:endParaRPr>
          </a:p>
          <a:p>
            <a:pPr>
              <a:defRPr sz="1400">
                <a:solidFill>
                  <a:srgbClr val="DCDCAA"/>
                </a:solidFill>
                <a:latin typeface="Consolas"/>
                <a:ea typeface="Consolas"/>
                <a:cs typeface="Consolas"/>
                <a:sym typeface="Consolas"/>
              </a:defRPr>
            </a:pPr>
            <a:r>
              <a:t>    printNumber</a:t>
            </a:r>
            <a:r>
              <a:rPr>
                <a:solidFill>
                  <a:srgbClr val="D4D4D4"/>
                </a:solidFill>
              </a:rPr>
              <a:t>(</a:t>
            </a:r>
            <a:r>
              <a:rPr>
                <a:solidFill>
                  <a:srgbClr val="B5CEA8"/>
                </a:solidFill>
              </a:rPr>
              <a:t>1</a:t>
            </a:r>
            <a:r>
              <a:rPr>
                <a:solidFill>
                  <a:srgbClr val="D4D4D4"/>
                </a:solidFill>
              </a:rPr>
              <a:t>),</a:t>
            </a:r>
            <a:r>
              <a:rPr>
                <a:solidFill>
                  <a:srgbClr val="4FC1FF"/>
                </a:solidFill>
              </a:rPr>
              <a:t> </a:t>
            </a:r>
            <a:r>
              <a:t>printNumber</a:t>
            </a:r>
            <a:r>
              <a:rPr>
                <a:solidFill>
                  <a:srgbClr val="D4D4D4"/>
                </a:solidFill>
              </a:rPr>
              <a:t>(</a:t>
            </a:r>
            <a:r>
              <a:rPr>
                <a:solidFill>
                  <a:srgbClr val="B5CEA8"/>
                </a:solidFill>
              </a:rPr>
              <a:t>2</a:t>
            </a:r>
            <a:r>
              <a:rPr>
                <a:solidFill>
                  <a:srgbClr val="D4D4D4"/>
                </a:solidFill>
              </a:rPr>
              <a:t>), </a:t>
            </a:r>
            <a:r>
              <a:t>printNumber</a:t>
            </a:r>
            <a:r>
              <a:rPr>
                <a:solidFill>
                  <a:srgbClr val="D4D4D4"/>
                </a:solidFill>
              </a:rPr>
              <a:t>(</a:t>
            </a:r>
            <a:r>
              <a:rPr>
                <a:solidFill>
                  <a:srgbClr val="B5CEA8"/>
                </a:solidFill>
              </a:rPr>
              <a:t>3</a:t>
            </a:r>
            <a:r>
              <a:rPr>
                <a:solidFill>
                  <a:srgbClr val="D4D4D4"/>
                </a:solidFill>
              </a:rPr>
              <a:t>)</a:t>
            </a:r>
            <a:endParaRPr>
              <a:solidFill>
                <a:srgbClr val="4FC1FF"/>
              </a:solidFill>
            </a:endParaRPr>
          </a:p>
          <a:p>
            <a:pPr>
              <a:defRPr sz="1400">
                <a:solidFill>
                  <a:srgbClr val="4FC1FF"/>
                </a:solidFill>
                <a:latin typeface="Consolas"/>
                <a:ea typeface="Consolas"/>
                <a:cs typeface="Consolas"/>
                <a:sym typeface="Consolas"/>
              </a:defRPr>
            </a:pPr>
            <a:r>
              <a:t>  ]</a:t>
            </a:r>
            <a:r>
              <a:rPr>
                <a:solidFill>
                  <a:srgbClr val="D4D4D4"/>
                </a:solidFill>
              </a:rPr>
              <a:t>);</a:t>
            </a:r>
            <a:endParaRPr>
              <a:solidFill>
                <a:srgbClr val="D4D4D4"/>
              </a:solidFill>
            </a:endParaRPr>
          </a:p>
          <a:p>
            <a:pPr>
              <a:defRPr sz="1400">
                <a:solidFill>
                  <a:srgbClr val="D4D4D4"/>
                </a:solidFill>
                <a:latin typeface="Consolas"/>
                <a:ea typeface="Consolas"/>
                <a:cs typeface="Consolas"/>
                <a:sym typeface="Consolas"/>
              </a:defRPr>
            </a:pPr>
            <a:r>
              <a:t>};</a:t>
            </a:r>
          </a:p>
          <a:p>
            <a:pPr>
              <a:defRPr sz="1400">
                <a:solidFill>
                  <a:srgbClr val="D4D4D4"/>
                </a:solidFill>
                <a:latin typeface="Consolas"/>
                <a:ea typeface="Consolas"/>
                <a:cs typeface="Consolas"/>
                <a:sym typeface="Consolas"/>
              </a:defRPr>
            </a:pPr>
          </a:p>
          <a:p>
            <a:pPr>
              <a:defRPr sz="1400">
                <a:solidFill>
                  <a:srgbClr val="D4D4D4"/>
                </a:solidFill>
                <a:latin typeface="Consolas"/>
                <a:ea typeface="Consolas"/>
                <a:cs typeface="Consolas"/>
                <a:sym typeface="Consolas"/>
              </a:defRPr>
            </a:pPr>
            <a:r>
              <a:t>(</a:t>
            </a:r>
            <a:r>
              <a:rPr>
                <a:solidFill>
                  <a:srgbClr val="569CD6"/>
                </a:solidFill>
              </a:rPr>
              <a:t>async</a:t>
            </a:r>
            <a:r>
              <a:t> () </a:t>
            </a:r>
            <a:r>
              <a:rPr>
                <a:solidFill>
                  <a:srgbClr val="569CD6"/>
                </a:solidFill>
              </a:rPr>
              <a:t>=&gt;</a:t>
            </a:r>
            <a:r>
              <a:t> {</a:t>
            </a:r>
          </a:p>
          <a:p>
            <a:pPr>
              <a:defRPr sz="1400">
                <a:solidFill>
                  <a:srgbClr val="D4D4D4"/>
                </a:solidFill>
                <a:latin typeface="Consolas"/>
                <a:ea typeface="Consolas"/>
                <a:cs typeface="Consolas"/>
                <a:sym typeface="Consolas"/>
              </a:defRPr>
            </a:pPr>
            <a:r>
              <a:t>  </a:t>
            </a:r>
            <a:r>
              <a:rPr>
                <a:solidFill>
                  <a:srgbClr val="C586C0"/>
                </a:solidFill>
              </a:rPr>
              <a:t>try</a:t>
            </a:r>
            <a:r>
              <a:t> {</a:t>
            </a:r>
          </a:p>
          <a:p>
            <a:pPr>
              <a:defRPr sz="1400">
                <a:solidFill>
                  <a:srgbClr val="D4D4D4"/>
                </a:solidFill>
                <a:latin typeface="Consolas"/>
                <a:ea typeface="Consolas"/>
                <a:cs typeface="Consolas"/>
                <a:sym typeface="Consolas"/>
              </a:defRPr>
            </a:pPr>
            <a:r>
              <a:t>    </a:t>
            </a:r>
            <a:r>
              <a:rPr>
                <a:solidFill>
                  <a:srgbClr val="569CD6"/>
                </a:solidFill>
              </a:rPr>
              <a:t>const</a:t>
            </a:r>
            <a:r>
              <a:t> </a:t>
            </a:r>
            <a:r>
              <a:rPr>
                <a:solidFill>
                  <a:srgbClr val="DCDCAA"/>
                </a:solidFill>
              </a:rPr>
              <a:t>[</a:t>
            </a:r>
            <a:r>
              <a:rPr>
                <a:solidFill>
                  <a:srgbClr val="4FC1FF"/>
                </a:solidFill>
              </a:rPr>
              <a:t>number1</a:t>
            </a:r>
            <a:r>
              <a:t>,</a:t>
            </a:r>
            <a:r>
              <a:rPr>
                <a:solidFill>
                  <a:srgbClr val="4FC1FF"/>
                </a:solidFill>
              </a:rPr>
              <a:t> number2</a:t>
            </a:r>
            <a:r>
              <a:t>,</a:t>
            </a:r>
            <a:r>
              <a:rPr>
                <a:solidFill>
                  <a:srgbClr val="4FC1FF"/>
                </a:solidFill>
              </a:rPr>
              <a:t> number3</a:t>
            </a:r>
            <a:r>
              <a:rPr>
                <a:solidFill>
                  <a:srgbClr val="DCDCAA"/>
                </a:solidFill>
              </a:rPr>
              <a:t>]</a:t>
            </a:r>
            <a:r>
              <a:t> = </a:t>
            </a:r>
            <a:r>
              <a:rPr>
                <a:solidFill>
                  <a:srgbClr val="C586C0"/>
                </a:solidFill>
              </a:rPr>
              <a:t>await</a:t>
            </a:r>
            <a:r>
              <a:t> </a:t>
            </a:r>
            <a:r>
              <a:rPr>
                <a:solidFill>
                  <a:srgbClr val="DCDCAA"/>
                </a:solidFill>
              </a:rPr>
              <a:t>count</a:t>
            </a:r>
            <a:r>
              <a:t>();</a:t>
            </a:r>
          </a:p>
          <a:p>
            <a:pPr>
              <a:defRPr sz="14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log</a:t>
            </a:r>
            <a:r>
              <a:t>(</a:t>
            </a:r>
          </a:p>
          <a:p>
            <a:pPr>
              <a:defRPr sz="1400">
                <a:solidFill>
                  <a:srgbClr val="D4D4D4"/>
                </a:solidFill>
                <a:latin typeface="Consolas"/>
                <a:ea typeface="Consolas"/>
                <a:cs typeface="Consolas"/>
                <a:sym typeface="Consolas"/>
              </a:defRPr>
            </a:pPr>
            <a:r>
              <a:t>      </a:t>
            </a:r>
            <a:r>
              <a:rPr>
                <a:solidFill>
                  <a:srgbClr val="CE9178"/>
                </a:solidFill>
              </a:rPr>
              <a:t>"all done"</a:t>
            </a:r>
            <a:r>
              <a:t>,</a:t>
            </a:r>
          </a:p>
          <a:p>
            <a:pPr>
              <a:defRPr sz="1400">
                <a:solidFill>
                  <a:srgbClr val="D4D4D4"/>
                </a:solidFill>
                <a:latin typeface="Consolas"/>
                <a:ea typeface="Consolas"/>
                <a:cs typeface="Consolas"/>
                <a:sym typeface="Consolas"/>
              </a:defRPr>
            </a:pPr>
            <a:r>
              <a:t>      </a:t>
            </a:r>
            <a:r>
              <a:rPr>
                <a:solidFill>
                  <a:srgbClr val="C586C0"/>
                </a:solidFill>
              </a:rPr>
              <a:t>{ </a:t>
            </a:r>
            <a:r>
              <a:rPr>
                <a:solidFill>
                  <a:srgbClr val="4FC1FF"/>
                </a:solidFill>
              </a:rPr>
              <a:t>number1</a:t>
            </a:r>
            <a:r>
              <a:t>,</a:t>
            </a:r>
            <a:r>
              <a:rPr>
                <a:solidFill>
                  <a:srgbClr val="4FC1FF"/>
                </a:solidFill>
              </a:rPr>
              <a:t> number2</a:t>
            </a:r>
            <a:r>
              <a:t>,</a:t>
            </a:r>
            <a:r>
              <a:rPr>
                <a:solidFill>
                  <a:srgbClr val="4FC1FF"/>
                </a:solidFill>
              </a:rPr>
              <a:t> number3 </a:t>
            </a:r>
            <a:r>
              <a:rPr>
                <a:solidFill>
                  <a:srgbClr val="C586C0"/>
                </a:solidFill>
              </a:rPr>
              <a:t>}</a:t>
            </a:r>
            <a:endParaRPr>
              <a:solidFill>
                <a:srgbClr val="C586C0"/>
              </a:solidFill>
            </a:endParaRPr>
          </a:p>
          <a:p>
            <a:pPr>
              <a:defRPr sz="1400">
                <a:solidFill>
                  <a:srgbClr val="C586C0"/>
                </a:solidFill>
                <a:latin typeface="Consolas"/>
                <a:ea typeface="Consolas"/>
                <a:cs typeface="Consolas"/>
                <a:sym typeface="Consolas"/>
              </a:defRPr>
            </a:pPr>
            <a:r>
              <a:t>    </a:t>
            </a:r>
            <a:r>
              <a:rPr>
                <a:solidFill>
                  <a:srgbClr val="D4D4D4"/>
                </a:solidFill>
              </a:rPr>
              <a:t>);</a:t>
            </a:r>
            <a:endParaRPr>
              <a:solidFill>
                <a:srgbClr val="D4D4D4"/>
              </a:solidFill>
            </a:endParaRPr>
          </a:p>
          <a:p>
            <a:pPr>
              <a:defRPr sz="1400">
                <a:solidFill>
                  <a:srgbClr val="D4D4D4"/>
                </a:solidFill>
                <a:latin typeface="Consolas"/>
                <a:ea typeface="Consolas"/>
                <a:cs typeface="Consolas"/>
                <a:sym typeface="Consolas"/>
              </a:defRPr>
            </a:pPr>
            <a:r>
              <a:t>  } </a:t>
            </a:r>
            <a:r>
              <a:rPr>
                <a:solidFill>
                  <a:srgbClr val="C586C0"/>
                </a:solidFill>
              </a:rPr>
              <a:t>catch</a:t>
            </a:r>
            <a:r>
              <a:t> (</a:t>
            </a:r>
            <a:r>
              <a:rPr>
                <a:solidFill>
                  <a:srgbClr val="9CDCFE"/>
                </a:solidFill>
              </a:rPr>
              <a:t>error</a:t>
            </a:r>
            <a:r>
              <a:t>) {</a:t>
            </a:r>
          </a:p>
          <a:p>
            <a:pPr>
              <a:defRPr sz="14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error</a:t>
            </a:r>
            <a:r>
              <a:t>(</a:t>
            </a:r>
            <a:r>
              <a:rPr>
                <a:solidFill>
                  <a:srgbClr val="CE9178"/>
                </a:solidFill>
              </a:rPr>
              <a:t>"error"</a:t>
            </a:r>
            <a:r>
              <a:t>, </a:t>
            </a:r>
            <a:r>
              <a:rPr>
                <a:solidFill>
                  <a:srgbClr val="9CDCFE"/>
                </a:solidFill>
              </a:rPr>
              <a:t>error</a:t>
            </a:r>
            <a:r>
              <a:t>);</a:t>
            </a:r>
          </a:p>
          <a:p>
            <a:pPr>
              <a:defRPr sz="1400">
                <a:solidFill>
                  <a:srgbClr val="D4D4D4"/>
                </a:solidFill>
                <a:latin typeface="Consolas"/>
                <a:ea typeface="Consolas"/>
                <a:cs typeface="Consolas"/>
                <a:sym typeface="Consolas"/>
              </a:defRPr>
            </a:pPr>
            <a:r>
              <a:t>  }</a:t>
            </a:r>
          </a:p>
          <a:p>
            <a:pPr>
              <a:defRPr sz="1400">
                <a:solidFill>
                  <a:srgbClr val="D4D4D4"/>
                </a:solidFill>
                <a:latin typeface="Consolas"/>
                <a:ea typeface="Consolas"/>
                <a:cs typeface="Consolas"/>
                <a:sym typeface="Consolas"/>
              </a:defRPr>
            </a:pPr>
            <a:r>
              <a:t>})();</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08"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009" name="Title 3"/>
          <p:cNvSpPr txBox="1"/>
          <p:nvPr>
            <p:ph type="title"/>
          </p:nvPr>
        </p:nvSpPr>
        <p:spPr>
          <a:xfrm>
            <a:off x="457200" y="2292310"/>
            <a:ext cx="7450140" cy="923331"/>
          </a:xfrm>
          <a:prstGeom prst="rect">
            <a:avLst/>
          </a:prstGeom>
        </p:spPr>
        <p:txBody>
          <a:bodyPr/>
          <a:lstStyle/>
          <a:p>
            <a:pPr/>
            <a:r>
              <a:t>Fetch API</a:t>
            </a:r>
          </a:p>
        </p:txBody>
      </p:sp>
      <p:sp>
        <p:nvSpPr>
          <p:cNvPr id="1010" name="Text Placeholder 4"/>
          <p:cNvSpPr txBox="1"/>
          <p:nvPr>
            <p:ph type="body" sz="half" idx="1"/>
          </p:nvPr>
        </p:nvSpPr>
        <p:spPr>
          <a:prstGeom prst="rect">
            <a:avLst/>
          </a:prstGeom>
        </p:spPr>
        <p:txBody>
          <a:bodyPr/>
          <a:lstStyle/>
          <a:p>
            <a:pPr/>
            <a:r>
              <a:t>Execute requests from client side to a server</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2"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013" name="Text Placeholder 5"/>
          <p:cNvSpPr txBox="1"/>
          <p:nvPr>
            <p:ph type="body" sz="quarter" idx="1"/>
          </p:nvPr>
        </p:nvSpPr>
        <p:spPr>
          <a:xfrm>
            <a:off x="457200" y="231494"/>
            <a:ext cx="3611880" cy="225706"/>
          </a:xfrm>
          <a:prstGeom prst="rect">
            <a:avLst/>
          </a:prstGeom>
        </p:spPr>
        <p:txBody>
          <a:bodyPr/>
          <a:lstStyle/>
          <a:p>
            <a:pPr/>
            <a:r>
              <a:t>AJAX &amp; Fetch API</a:t>
            </a:r>
          </a:p>
        </p:txBody>
      </p:sp>
      <p:sp>
        <p:nvSpPr>
          <p:cNvPr id="1014" name="Title 4"/>
          <p:cNvSpPr txBox="1"/>
          <p:nvPr>
            <p:ph type="title"/>
          </p:nvPr>
        </p:nvSpPr>
        <p:spPr>
          <a:prstGeom prst="rect">
            <a:avLst/>
          </a:prstGeom>
        </p:spPr>
        <p:txBody>
          <a:bodyPr/>
          <a:lstStyle/>
          <a:p>
            <a:pPr/>
            <a:r>
              <a:t>The Fetch API</a:t>
            </a:r>
          </a:p>
        </p:txBody>
      </p:sp>
      <p:sp>
        <p:nvSpPr>
          <p:cNvPr id="1015" name="Tartalom helye 2"/>
          <p:cNvSpPr txBox="1"/>
          <p:nvPr/>
        </p:nvSpPr>
        <p:spPr>
          <a:xfrm>
            <a:off x="402909" y="1079500"/>
            <a:ext cx="5224202" cy="175054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85750">
              <a:lnSpc>
                <a:spcPct val="110000"/>
              </a:lnSpc>
              <a:spcBef>
                <a:spcPts val="600"/>
              </a:spcBef>
              <a:buSzPct val="100000"/>
              <a:buFont typeface="Arial"/>
              <a:buChar char="•"/>
            </a:pPr>
            <a:r>
              <a:t>The Fetch API provides a JavaScript interface to create HTTP requests.</a:t>
            </a:r>
            <a:endParaRPr sz="1200"/>
          </a:p>
          <a:p>
            <a:pPr marL="285750" indent="-285750">
              <a:lnSpc>
                <a:spcPct val="110000"/>
              </a:lnSpc>
              <a:spcBef>
                <a:spcPts val="600"/>
              </a:spcBef>
              <a:buSzPct val="100000"/>
              <a:buFont typeface="Arial"/>
              <a:buChar char="•"/>
            </a:pPr>
            <a:r>
              <a:t>Follows the Promise pattern solution</a:t>
            </a:r>
            <a:endParaRPr sz="1200"/>
          </a:p>
          <a:p>
            <a:pPr marL="285750" indent="-285750">
              <a:lnSpc>
                <a:spcPct val="110000"/>
              </a:lnSpc>
              <a:spcBef>
                <a:spcPts val="600"/>
              </a:spcBef>
              <a:buSzPct val="100000"/>
              <a:buFont typeface="Arial"/>
              <a:buChar char="•"/>
            </a:pPr>
            <a:r>
              <a:t>Standard way to request data from server and handle the responses</a:t>
            </a:r>
          </a:p>
        </p:txBody>
      </p:sp>
      <p:sp>
        <p:nvSpPr>
          <p:cNvPr id="1016" name="TextBox 8"/>
          <p:cNvSpPr txBox="1"/>
          <p:nvPr/>
        </p:nvSpPr>
        <p:spPr>
          <a:xfrm>
            <a:off x="45719" y="5778500"/>
            <a:ext cx="6004561" cy="300594"/>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600" u="sng">
                <a:solidFill>
                  <a:schemeClr val="accent2"/>
                </a:solidFill>
                <a:uFill>
                  <a:solidFill>
                    <a:schemeClr val="accent2"/>
                  </a:solidFill>
                </a:uFill>
                <a:hlinkClick r:id="rId2" invalidUrl="" action="" tgtFrame="" tooltip="" history="1" highlightClick="0" endSnd="0"/>
              </a:defRPr>
            </a:lvl1pPr>
          </a:lstStyle>
          <a:p>
            <a:pPr>
              <a:defRPr u="none">
                <a:solidFill>
                  <a:schemeClr val="accent1"/>
                </a:solidFill>
                <a:uFillTx/>
              </a:defRPr>
            </a:pPr>
            <a:r>
              <a:rPr u="sng">
                <a:solidFill>
                  <a:schemeClr val="accent2"/>
                </a:solidFill>
                <a:uFill>
                  <a:solidFill>
                    <a:schemeClr val="accent2"/>
                  </a:solidFill>
                </a:uFill>
                <a:hlinkClick r:id="rId2" invalidUrl="" action="" tgtFrame="" tooltip="" history="1" highlightClick="0" endSnd="0"/>
              </a:rPr>
              <a:t>https://developer.mozilla.org/en-US/docs/Web/API/Fetch_API</a:t>
            </a:r>
          </a:p>
        </p:txBody>
      </p:sp>
      <p:sp>
        <p:nvSpPr>
          <p:cNvPr id="1017" name="TextBox 12"/>
          <p:cNvSpPr txBox="1"/>
          <p:nvPr/>
        </p:nvSpPr>
        <p:spPr>
          <a:xfrm>
            <a:off x="6484249" y="213738"/>
            <a:ext cx="5204831" cy="3647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200">
                <a:solidFill>
                  <a:srgbClr val="D4D4D4"/>
                </a:solidFill>
                <a:latin typeface="Consolas"/>
                <a:ea typeface="Consolas"/>
                <a:cs typeface="Consolas"/>
                <a:sym typeface="Consolas"/>
              </a:defRPr>
            </a:pPr>
            <a:r>
              <a:t>(</a:t>
            </a:r>
            <a:r>
              <a:rPr>
                <a:solidFill>
                  <a:srgbClr val="569CD6"/>
                </a:solidFill>
              </a:rPr>
              <a:t>async</a:t>
            </a:r>
            <a:r>
              <a:t> () </a:t>
            </a:r>
            <a:r>
              <a:rPr>
                <a:solidFill>
                  <a:srgbClr val="569CD6"/>
                </a:solidFill>
              </a:rPr>
              <a:t>=&gt;</a:t>
            </a:r>
            <a:r>
              <a:t> {</a:t>
            </a:r>
          </a:p>
          <a:p>
            <a:pPr>
              <a:defRPr sz="1200">
                <a:solidFill>
                  <a:srgbClr val="D4D4D4"/>
                </a:solidFill>
                <a:latin typeface="Consolas"/>
                <a:ea typeface="Consolas"/>
                <a:cs typeface="Consolas"/>
                <a:sym typeface="Consolas"/>
              </a:defRPr>
            </a:pPr>
            <a:r>
              <a:t>  </a:t>
            </a:r>
            <a:r>
              <a:rPr>
                <a:solidFill>
                  <a:srgbClr val="569CD6"/>
                </a:solidFill>
              </a:rPr>
              <a:t>const</a:t>
            </a:r>
            <a:r>
              <a:t> </a:t>
            </a:r>
            <a:r>
              <a:rPr>
                <a:solidFill>
                  <a:srgbClr val="4FC1FF"/>
                </a:solidFill>
              </a:rPr>
              <a:t>response</a:t>
            </a:r>
            <a:r>
              <a:t> = </a:t>
            </a:r>
            <a:r>
              <a:rPr>
                <a:solidFill>
                  <a:srgbClr val="C586C0"/>
                </a:solidFill>
              </a:rPr>
              <a:t>await</a:t>
            </a:r>
            <a:r>
              <a:t> </a:t>
            </a:r>
            <a:r>
              <a:rPr>
                <a:solidFill>
                  <a:srgbClr val="DCDCAA"/>
                </a:solidFill>
              </a:rPr>
              <a:t>fetch</a:t>
            </a:r>
            <a:r>
              <a:t>(</a:t>
            </a:r>
            <a:r>
              <a:rPr>
                <a:solidFill>
                  <a:srgbClr val="CE9178"/>
                </a:solidFill>
              </a:rPr>
              <a:t>"/api/cart"</a:t>
            </a:r>
            <a:r>
              <a:t>, {</a:t>
            </a:r>
          </a:p>
          <a:p>
            <a:pPr>
              <a:defRPr sz="1200">
                <a:solidFill>
                  <a:srgbClr val="D4D4D4"/>
                </a:solidFill>
                <a:latin typeface="Consolas"/>
                <a:ea typeface="Consolas"/>
                <a:cs typeface="Consolas"/>
                <a:sym typeface="Consolas"/>
              </a:defRPr>
            </a:pPr>
            <a:r>
              <a:t>    </a:t>
            </a:r>
            <a:r>
              <a:rPr>
                <a:solidFill>
                  <a:srgbClr val="9CDCFE"/>
                </a:solidFill>
              </a:rPr>
              <a:t>method:</a:t>
            </a:r>
            <a:r>
              <a:t> </a:t>
            </a:r>
            <a:r>
              <a:rPr>
                <a:solidFill>
                  <a:srgbClr val="CE9178"/>
                </a:solidFill>
              </a:rPr>
              <a:t>"POST"</a:t>
            </a:r>
            <a:r>
              <a:t>,</a:t>
            </a:r>
          </a:p>
          <a:p>
            <a:pPr>
              <a:defRPr sz="1200">
                <a:solidFill>
                  <a:srgbClr val="D4D4D4"/>
                </a:solidFill>
                <a:latin typeface="Consolas"/>
                <a:ea typeface="Consolas"/>
                <a:cs typeface="Consolas"/>
                <a:sym typeface="Consolas"/>
              </a:defRPr>
            </a:pPr>
            <a:r>
              <a:t>    </a:t>
            </a:r>
            <a:r>
              <a:rPr>
                <a:solidFill>
                  <a:srgbClr val="9CDCFE"/>
                </a:solidFill>
              </a:rPr>
              <a:t>headers:</a:t>
            </a:r>
            <a:r>
              <a:t> {</a:t>
            </a:r>
          </a:p>
          <a:p>
            <a:pPr>
              <a:defRPr sz="1200">
                <a:solidFill>
                  <a:srgbClr val="D4D4D4"/>
                </a:solidFill>
                <a:latin typeface="Consolas"/>
                <a:ea typeface="Consolas"/>
                <a:cs typeface="Consolas"/>
                <a:sym typeface="Consolas"/>
              </a:defRPr>
            </a:pPr>
            <a:r>
              <a:t>      </a:t>
            </a:r>
            <a:r>
              <a:rPr>
                <a:solidFill>
                  <a:srgbClr val="CE9178"/>
                </a:solidFill>
              </a:rPr>
              <a:t>"Content-Type"</a:t>
            </a:r>
            <a:r>
              <a:rPr>
                <a:solidFill>
                  <a:srgbClr val="9CDCFE"/>
                </a:solidFill>
              </a:rPr>
              <a:t>:</a:t>
            </a:r>
            <a:r>
              <a:t> </a:t>
            </a:r>
            <a:r>
              <a:rPr>
                <a:solidFill>
                  <a:srgbClr val="CE9178"/>
                </a:solidFill>
              </a:rPr>
              <a:t>"application/json"</a:t>
            </a:r>
            <a:r>
              <a:t>,</a:t>
            </a:r>
          </a:p>
          <a:p>
            <a:pPr>
              <a:defRPr sz="1200">
                <a:solidFill>
                  <a:srgbClr val="D4D4D4"/>
                </a:solidFill>
                <a:latin typeface="Consolas"/>
                <a:ea typeface="Consolas"/>
                <a:cs typeface="Consolas"/>
                <a:sym typeface="Consolas"/>
              </a:defRPr>
            </a:pPr>
            <a:r>
              <a:t>    },</a:t>
            </a:r>
          </a:p>
          <a:p>
            <a:pPr>
              <a:defRPr sz="1200">
                <a:solidFill>
                  <a:srgbClr val="D4D4D4"/>
                </a:solidFill>
                <a:latin typeface="Consolas"/>
                <a:ea typeface="Consolas"/>
                <a:cs typeface="Consolas"/>
                <a:sym typeface="Consolas"/>
              </a:defRPr>
            </a:pPr>
            <a:r>
              <a:t>    </a:t>
            </a:r>
            <a:r>
              <a:rPr>
                <a:solidFill>
                  <a:srgbClr val="9CDCFE"/>
                </a:solidFill>
              </a:rPr>
              <a:t>body:</a:t>
            </a:r>
            <a:r>
              <a:t> </a:t>
            </a:r>
            <a:r>
              <a:rPr>
                <a:solidFill>
                  <a:srgbClr val="9CDCFE"/>
                </a:solidFill>
              </a:rPr>
              <a:t>JSON</a:t>
            </a:r>
            <a:r>
              <a:t>.</a:t>
            </a:r>
            <a:r>
              <a:rPr>
                <a:solidFill>
                  <a:srgbClr val="DCDCAA"/>
                </a:solidFill>
              </a:rPr>
              <a:t>stringify</a:t>
            </a:r>
            <a:r>
              <a:t>({</a:t>
            </a:r>
          </a:p>
          <a:p>
            <a:pPr>
              <a:defRPr sz="1200">
                <a:solidFill>
                  <a:srgbClr val="D4D4D4"/>
                </a:solidFill>
                <a:latin typeface="Consolas"/>
                <a:ea typeface="Consolas"/>
                <a:cs typeface="Consolas"/>
                <a:sym typeface="Consolas"/>
              </a:defRPr>
            </a:pPr>
            <a:r>
              <a:t>      </a:t>
            </a:r>
            <a:r>
              <a:rPr>
                <a:solidFill>
                  <a:srgbClr val="9CDCFE"/>
                </a:solidFill>
              </a:rPr>
              <a:t>productId:</a:t>
            </a:r>
            <a:r>
              <a:t> </a:t>
            </a:r>
            <a:r>
              <a:rPr>
                <a:solidFill>
                  <a:srgbClr val="B5CEA8"/>
                </a:solidFill>
              </a:rPr>
              <a:t>5</a:t>
            </a:r>
            <a:r>
              <a:t>,</a:t>
            </a:r>
          </a:p>
          <a:p>
            <a:pPr>
              <a:defRPr sz="1200">
                <a:solidFill>
                  <a:srgbClr val="D4D4D4"/>
                </a:solidFill>
                <a:latin typeface="Consolas"/>
                <a:ea typeface="Consolas"/>
                <a:cs typeface="Consolas"/>
                <a:sym typeface="Consolas"/>
              </a:defRPr>
            </a:pPr>
            <a:r>
              <a:t>      </a:t>
            </a:r>
            <a:r>
              <a:rPr>
                <a:solidFill>
                  <a:srgbClr val="9CDCFE"/>
                </a:solidFill>
              </a:rPr>
              <a:t>quantity:</a:t>
            </a:r>
            <a:r>
              <a:t> </a:t>
            </a:r>
            <a:r>
              <a:rPr>
                <a:solidFill>
                  <a:srgbClr val="B5CEA8"/>
                </a:solidFill>
              </a:rPr>
              <a:t>1</a:t>
            </a:r>
            <a:r>
              <a:t>,</a:t>
            </a:r>
          </a:p>
          <a:p>
            <a:pPr>
              <a:defRPr sz="1200">
                <a:solidFill>
                  <a:srgbClr val="D4D4D4"/>
                </a:solidFill>
                <a:latin typeface="Consolas"/>
                <a:ea typeface="Consolas"/>
                <a:cs typeface="Consolas"/>
                <a:sym typeface="Consolas"/>
              </a:defRPr>
            </a:pPr>
            <a:r>
              <a:t>      </a:t>
            </a:r>
            <a:r>
              <a:rPr>
                <a:solidFill>
                  <a:srgbClr val="9CDCFE"/>
                </a:solidFill>
              </a:rPr>
              <a:t>userId:</a:t>
            </a:r>
            <a:r>
              <a:t> </a:t>
            </a:r>
            <a:r>
              <a:rPr>
                <a:solidFill>
                  <a:srgbClr val="B5CEA8"/>
                </a:solidFill>
              </a:rPr>
              <a:t>1</a:t>
            </a:r>
            <a:r>
              <a:t>,</a:t>
            </a:r>
          </a:p>
          <a:p>
            <a:pPr>
              <a:defRPr sz="1200">
                <a:solidFill>
                  <a:srgbClr val="D4D4D4"/>
                </a:solidFill>
                <a:latin typeface="Consolas"/>
                <a:ea typeface="Consolas"/>
                <a:cs typeface="Consolas"/>
                <a:sym typeface="Consolas"/>
              </a:defRPr>
            </a:pPr>
            <a:r>
              <a:t>    }),</a:t>
            </a:r>
          </a:p>
          <a:p>
            <a:pPr>
              <a:defRPr sz="1200">
                <a:solidFill>
                  <a:srgbClr val="D4D4D4"/>
                </a:solidFill>
                <a:latin typeface="Consolas"/>
                <a:ea typeface="Consolas"/>
                <a:cs typeface="Consolas"/>
                <a:sym typeface="Consolas"/>
              </a:defRPr>
            </a:pPr>
            <a:r>
              <a:t>  });</a:t>
            </a:r>
          </a:p>
          <a:p>
            <a:pPr>
              <a:defRPr sz="1200">
                <a:solidFill>
                  <a:srgbClr val="D4D4D4"/>
                </a:solidFill>
                <a:latin typeface="Consolas"/>
                <a:ea typeface="Consolas"/>
                <a:cs typeface="Consolas"/>
                <a:sym typeface="Consolas"/>
              </a:defRPr>
            </a:pPr>
          </a:p>
          <a:p>
            <a:pPr>
              <a:defRPr sz="1200">
                <a:solidFill>
                  <a:srgbClr val="D4D4D4"/>
                </a:solidFill>
                <a:latin typeface="Consolas"/>
                <a:ea typeface="Consolas"/>
                <a:cs typeface="Consolas"/>
                <a:sym typeface="Consolas"/>
              </a:defRPr>
            </a:pPr>
            <a:r>
              <a:t>  </a:t>
            </a:r>
            <a:r>
              <a:rPr>
                <a:solidFill>
                  <a:srgbClr val="C586C0"/>
                </a:solidFill>
              </a:rPr>
              <a:t>if</a:t>
            </a:r>
            <a:r>
              <a:t> (</a:t>
            </a:r>
            <a:r>
              <a:rPr>
                <a:solidFill>
                  <a:srgbClr val="4FC1FF"/>
                </a:solidFill>
              </a:rPr>
              <a:t>response</a:t>
            </a:r>
            <a:r>
              <a:t>.</a:t>
            </a:r>
            <a:r>
              <a:rPr>
                <a:solidFill>
                  <a:srgbClr val="4FC1FF"/>
                </a:solidFill>
              </a:rPr>
              <a:t>status</a:t>
            </a:r>
            <a:r>
              <a:t> === </a:t>
            </a:r>
            <a:r>
              <a:rPr>
                <a:solidFill>
                  <a:srgbClr val="B5CEA8"/>
                </a:solidFill>
              </a:rPr>
              <a:t>200</a:t>
            </a:r>
            <a:r>
              <a:t>) {</a:t>
            </a:r>
          </a:p>
          <a:p>
            <a:pPr>
              <a:defRPr sz="1200">
                <a:solidFill>
                  <a:srgbClr val="D4D4D4"/>
                </a:solidFill>
                <a:latin typeface="Consolas"/>
                <a:ea typeface="Consolas"/>
                <a:cs typeface="Consolas"/>
                <a:sym typeface="Consolas"/>
              </a:defRPr>
            </a:pPr>
            <a:r>
              <a:t>    </a:t>
            </a:r>
            <a:r>
              <a:rPr>
                <a:solidFill>
                  <a:srgbClr val="569CD6"/>
                </a:solidFill>
              </a:rPr>
              <a:t>const</a:t>
            </a:r>
            <a:r>
              <a:t> { </a:t>
            </a:r>
            <a:r>
              <a:rPr>
                <a:solidFill>
                  <a:srgbClr val="4FC1FF"/>
                </a:solidFill>
              </a:rPr>
              <a:t>quantity</a:t>
            </a:r>
            <a:r>
              <a:t> } = </a:t>
            </a:r>
            <a:r>
              <a:rPr>
                <a:solidFill>
                  <a:srgbClr val="C586C0"/>
                </a:solidFill>
              </a:rPr>
              <a:t>await</a:t>
            </a:r>
            <a:r>
              <a:t> </a:t>
            </a:r>
            <a:r>
              <a:rPr>
                <a:solidFill>
                  <a:srgbClr val="4FC1FF"/>
                </a:solidFill>
              </a:rPr>
              <a:t>response</a:t>
            </a:r>
            <a:r>
              <a:t>.</a:t>
            </a:r>
            <a:r>
              <a:rPr>
                <a:solidFill>
                  <a:srgbClr val="DCDCAA"/>
                </a:solidFill>
              </a:rPr>
              <a:t>json</a:t>
            </a:r>
            <a:r>
              <a:t>();</a:t>
            </a:r>
          </a:p>
          <a:p>
            <a:pPr>
              <a:defRPr sz="1200">
                <a:solidFill>
                  <a:srgbClr val="D4D4D4"/>
                </a:solidFill>
                <a:latin typeface="Consolas"/>
                <a:ea typeface="Consolas"/>
                <a:cs typeface="Consolas"/>
                <a:sym typeface="Consolas"/>
              </a:defRPr>
            </a:pPr>
            <a:r>
              <a:t>    </a:t>
            </a:r>
            <a:r>
              <a:rPr>
                <a:solidFill>
                  <a:srgbClr val="9CDCFE"/>
                </a:solidFill>
              </a:rPr>
              <a:t>ShoppingCart</a:t>
            </a:r>
            <a:r>
              <a:t>.</a:t>
            </a:r>
            <a:r>
              <a:rPr>
                <a:solidFill>
                  <a:srgbClr val="DCDCAA"/>
                </a:solidFill>
              </a:rPr>
              <a:t>updateQuantity</a:t>
            </a:r>
            <a:r>
              <a:t>(</a:t>
            </a:r>
            <a:r>
              <a:rPr>
                <a:solidFill>
                  <a:srgbClr val="4FC1FF"/>
                </a:solidFill>
              </a:rPr>
              <a:t>quantity</a:t>
            </a:r>
            <a:r>
              <a:t>);</a:t>
            </a:r>
          </a:p>
          <a:p>
            <a:pPr>
              <a:defRPr sz="1200">
                <a:solidFill>
                  <a:srgbClr val="D4D4D4"/>
                </a:solidFill>
                <a:latin typeface="Consolas"/>
                <a:ea typeface="Consolas"/>
                <a:cs typeface="Consolas"/>
                <a:sym typeface="Consolas"/>
              </a:defRPr>
            </a:pPr>
            <a:r>
              <a:t>  } </a:t>
            </a:r>
            <a:r>
              <a:rPr>
                <a:solidFill>
                  <a:srgbClr val="C586C0"/>
                </a:solidFill>
              </a:rPr>
              <a:t>else</a:t>
            </a:r>
            <a:r>
              <a:t> {</a:t>
            </a:r>
          </a:p>
          <a:p>
            <a:pPr>
              <a:defRPr sz="1200">
                <a:solidFill>
                  <a:srgbClr val="D4D4D4"/>
                </a:solidFill>
                <a:latin typeface="Consolas"/>
                <a:ea typeface="Consolas"/>
                <a:cs typeface="Consolas"/>
                <a:sym typeface="Consolas"/>
              </a:defRPr>
            </a:pPr>
            <a:r>
              <a:t>    </a:t>
            </a:r>
            <a:r>
              <a:rPr>
                <a:solidFill>
                  <a:srgbClr val="C586C0"/>
                </a:solidFill>
              </a:rPr>
              <a:t>throw</a:t>
            </a:r>
            <a:r>
              <a:t> </a:t>
            </a:r>
            <a:r>
              <a:rPr>
                <a:solidFill>
                  <a:srgbClr val="569CD6"/>
                </a:solidFill>
              </a:rPr>
              <a:t>new</a:t>
            </a:r>
            <a:r>
              <a:t> </a:t>
            </a:r>
            <a:r>
              <a:rPr>
                <a:solidFill>
                  <a:srgbClr val="4EC9B0"/>
                </a:solidFill>
              </a:rPr>
              <a:t>Error</a:t>
            </a:r>
            <a:r>
              <a:t>(</a:t>
            </a:r>
            <a:r>
              <a:rPr>
                <a:solidFill>
                  <a:srgbClr val="CE9178"/>
                </a:solidFill>
              </a:rPr>
              <a:t>"</a:t>
            </a:r>
            <a:r>
              <a:rPr>
                <a:solidFill>
                  <a:srgbClr val="CE9178"/>
                </a:solidFill>
              </a:rPr>
              <a:t>Unexpected error</a:t>
            </a:r>
            <a:r>
              <a:rPr>
                <a:solidFill>
                  <a:srgbClr val="CE9178"/>
                </a:solidFill>
              </a:rPr>
              <a:t>"</a:t>
            </a:r>
            <a:r>
              <a:t>);</a:t>
            </a:r>
          </a:p>
          <a:p>
            <a:pPr>
              <a:defRPr sz="1200">
                <a:solidFill>
                  <a:srgbClr val="D4D4D4"/>
                </a:solidFill>
                <a:latin typeface="Consolas"/>
                <a:ea typeface="Consolas"/>
                <a:cs typeface="Consolas"/>
                <a:sym typeface="Consolas"/>
              </a:defRPr>
            </a:pPr>
            <a:r>
              <a:t>  }</a:t>
            </a:r>
          </a:p>
          <a:p>
            <a:pPr>
              <a:defRPr sz="1200">
                <a:solidFill>
                  <a:srgbClr val="D4D4D4"/>
                </a:solidFill>
                <a:latin typeface="Consolas"/>
                <a:ea typeface="Consolas"/>
                <a:cs typeface="Consolas"/>
                <a:sym typeface="Consolas"/>
              </a:defRPr>
            </a:pPr>
            <a:r>
              <a:t>})();</a:t>
            </a:r>
          </a:p>
        </p:txBody>
      </p:sp>
      <p:sp>
        <p:nvSpPr>
          <p:cNvPr id="1018" name="TextBox 14"/>
          <p:cNvSpPr txBox="1"/>
          <p:nvPr/>
        </p:nvSpPr>
        <p:spPr>
          <a:xfrm>
            <a:off x="6484249" y="4732058"/>
            <a:ext cx="5204831" cy="1336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200">
                <a:solidFill>
                  <a:srgbClr val="D4D4D4"/>
                </a:solidFill>
                <a:latin typeface="Consolas"/>
                <a:ea typeface="Consolas"/>
                <a:cs typeface="Consolas"/>
                <a:sym typeface="Consolas"/>
              </a:defRPr>
            </a:pPr>
            <a:r>
              <a:t>Example:</a:t>
            </a:r>
          </a:p>
          <a:p>
            <a:pPr>
              <a:defRPr sz="1200">
                <a:solidFill>
                  <a:srgbClr val="D4D4D4"/>
                </a:solidFill>
                <a:latin typeface="Consolas"/>
                <a:ea typeface="Consolas"/>
                <a:cs typeface="Consolas"/>
                <a:sym typeface="Consolas"/>
              </a:defRPr>
            </a:pPr>
            <a:r>
              <a:t>(</a:t>
            </a:r>
            <a:r>
              <a:rPr>
                <a:solidFill>
                  <a:srgbClr val="569CD6"/>
                </a:solidFill>
              </a:rPr>
              <a:t>async</a:t>
            </a:r>
            <a:r>
              <a:t> </a:t>
            </a:r>
            <a:r>
              <a:rPr>
                <a:solidFill>
                  <a:srgbClr val="569CD6"/>
                </a:solidFill>
              </a:rPr>
              <a:t>function</a:t>
            </a:r>
            <a:r>
              <a:t>() {</a:t>
            </a:r>
          </a:p>
          <a:p>
            <a:pPr>
              <a:defRPr sz="1200">
                <a:solidFill>
                  <a:srgbClr val="D4D4D4"/>
                </a:solidFill>
                <a:latin typeface="Consolas"/>
                <a:ea typeface="Consolas"/>
                <a:cs typeface="Consolas"/>
                <a:sym typeface="Consolas"/>
              </a:defRPr>
            </a:pPr>
            <a:r>
              <a:t>  </a:t>
            </a:r>
            <a:r>
              <a:rPr>
                <a:solidFill>
                  <a:srgbClr val="569CD6"/>
                </a:solidFill>
              </a:rPr>
              <a:t>const</a:t>
            </a:r>
            <a:r>
              <a:t> </a:t>
            </a:r>
            <a:r>
              <a:rPr>
                <a:solidFill>
                  <a:srgbClr val="4FC1FF"/>
                </a:solidFill>
              </a:rPr>
              <a:t>res</a:t>
            </a:r>
            <a:r>
              <a:t> = </a:t>
            </a:r>
            <a:r>
              <a:rPr>
                <a:solidFill>
                  <a:srgbClr val="C586C0"/>
                </a:solidFill>
              </a:rPr>
              <a:t>await</a:t>
            </a:r>
            <a:r>
              <a:t> </a:t>
            </a:r>
            <a:r>
              <a:rPr>
                <a:solidFill>
                  <a:srgbClr val="DCDCAA"/>
                </a:solidFill>
              </a:rPr>
              <a:t>fetch</a:t>
            </a:r>
            <a:r>
              <a:t>(</a:t>
            </a:r>
            <a:r>
              <a:rPr>
                <a:solidFill>
                  <a:srgbClr val="CE9178"/>
                </a:solidFill>
              </a:rPr>
              <a:t>"https://yesno.wtf/api"</a:t>
            </a:r>
            <a:r>
              <a:t>);</a:t>
            </a:r>
          </a:p>
          <a:p>
            <a:pPr>
              <a:defRPr sz="1200">
                <a:solidFill>
                  <a:srgbClr val="D4D4D4"/>
                </a:solidFill>
                <a:latin typeface="Consolas"/>
                <a:ea typeface="Consolas"/>
                <a:cs typeface="Consolas"/>
                <a:sym typeface="Consolas"/>
              </a:defRPr>
            </a:pPr>
            <a:r>
              <a:t>  </a:t>
            </a:r>
            <a:r>
              <a:rPr>
                <a:solidFill>
                  <a:srgbClr val="569CD6"/>
                </a:solidFill>
              </a:rPr>
              <a:t>const</a:t>
            </a:r>
            <a:r>
              <a:t> </a:t>
            </a:r>
            <a:r>
              <a:rPr>
                <a:solidFill>
                  <a:srgbClr val="4FC1FF"/>
                </a:solidFill>
              </a:rPr>
              <a:t>data</a:t>
            </a:r>
            <a:r>
              <a:t> = </a:t>
            </a:r>
            <a:r>
              <a:rPr>
                <a:solidFill>
                  <a:srgbClr val="C586C0"/>
                </a:solidFill>
              </a:rPr>
              <a:t>await</a:t>
            </a:r>
            <a:r>
              <a:t> </a:t>
            </a:r>
            <a:r>
              <a:rPr>
                <a:solidFill>
                  <a:srgbClr val="4FC1FF"/>
                </a:solidFill>
              </a:rPr>
              <a:t>res</a:t>
            </a:r>
            <a:r>
              <a:t>.</a:t>
            </a:r>
            <a:r>
              <a:rPr>
                <a:solidFill>
                  <a:srgbClr val="9CDCFE"/>
                </a:solidFill>
              </a:rPr>
              <a:t>json()</a:t>
            </a:r>
            <a:r>
              <a:t>;</a:t>
            </a:r>
          </a:p>
          <a:p>
            <a:pPr>
              <a:defRPr sz="1200">
                <a:solidFill>
                  <a:srgbClr val="D4D4D4"/>
                </a:solidFill>
                <a:latin typeface="Consolas"/>
                <a:ea typeface="Consolas"/>
                <a:cs typeface="Consolas"/>
                <a:sym typeface="Consolas"/>
              </a:defRPr>
            </a:pPr>
            <a:r>
              <a:t>  </a:t>
            </a:r>
            <a:r>
              <a:rPr>
                <a:solidFill>
                  <a:srgbClr val="9CDCFE"/>
                </a:solidFill>
              </a:rPr>
              <a:t>console</a:t>
            </a:r>
            <a:r>
              <a:t>.</a:t>
            </a:r>
            <a:r>
              <a:rPr>
                <a:solidFill>
                  <a:srgbClr val="DCDCAA"/>
                </a:solidFill>
              </a:rPr>
              <a:t>dir</a:t>
            </a:r>
            <a:r>
              <a:t>(</a:t>
            </a:r>
            <a:r>
              <a:rPr>
                <a:solidFill>
                  <a:srgbClr val="4FC1FF"/>
                </a:solidFill>
              </a:rPr>
              <a:t>data</a:t>
            </a:r>
            <a:r>
              <a:t>);</a:t>
            </a:r>
          </a:p>
          <a:p>
            <a:pPr>
              <a:defRPr sz="1200">
                <a:solidFill>
                  <a:srgbClr val="D4D4D4"/>
                </a:solidFill>
                <a:latin typeface="Consolas"/>
                <a:ea typeface="Consolas"/>
                <a:cs typeface="Consolas"/>
                <a:sym typeface="Consolas"/>
              </a:defRPr>
            </a:pPr>
            <a:r>
              <a:t>  </a:t>
            </a:r>
            <a:r>
              <a:rPr>
                <a:solidFill>
                  <a:srgbClr val="C586C0"/>
                </a:solidFill>
              </a:rPr>
              <a:t>return</a:t>
            </a:r>
            <a:r>
              <a:t> </a:t>
            </a:r>
            <a:r>
              <a:rPr>
                <a:solidFill>
                  <a:srgbClr val="4FC1FF"/>
                </a:solidFill>
              </a:rPr>
              <a:t>data</a:t>
            </a:r>
            <a:r>
              <a:t>;</a:t>
            </a:r>
          </a:p>
          <a:p>
            <a:pPr>
              <a:defRPr sz="1200">
                <a:solidFill>
                  <a:srgbClr val="D4D4D4"/>
                </a:solidFill>
                <a:latin typeface="Consolas"/>
                <a:ea typeface="Consolas"/>
                <a:cs typeface="Consolas"/>
                <a:sym typeface="Consolas"/>
              </a:defRPr>
            </a:pPr>
            <a:r>
              <a:t>})();</a:t>
            </a:r>
          </a:p>
        </p:txBody>
      </p:sp>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0" name="Text Placeholder 3"/>
          <p:cNvSpPr txBox="1"/>
          <p:nvPr>
            <p:ph type="sldNum" sz="quarter" idx="2"/>
          </p:nvPr>
        </p:nvSpPr>
        <p:spPr>
          <a:xfrm>
            <a:off x="11599589" y="6447522"/>
            <a:ext cx="141437" cy="137072"/>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021" name="Title 3"/>
          <p:cNvSpPr txBox="1"/>
          <p:nvPr>
            <p:ph type="title"/>
          </p:nvPr>
        </p:nvSpPr>
        <p:spPr>
          <a:prstGeom prst="rect">
            <a:avLst/>
          </a:prstGeom>
        </p:spPr>
        <p:txBody>
          <a:bodyPr/>
          <a:lstStyle/>
          <a:p>
            <a:pPr/>
            <a:r>
              <a:t>Thank you!</a:t>
            </a:r>
          </a:p>
        </p:txBody>
      </p:sp>
      <p:sp>
        <p:nvSpPr>
          <p:cNvPr id="1022" name="Text Placeholder 11"/>
          <p:cNvSpPr txBox="1"/>
          <p:nvPr>
            <p:ph type="body" sz="quarter" idx="1"/>
          </p:nvPr>
        </p:nvSpPr>
        <p:spPr>
          <a:prstGeom prst="rect">
            <a:avLst/>
          </a:prstGeom>
        </p:spPr>
        <p:txBody>
          <a:bodyPr/>
          <a:lstStyle/>
          <a:p>
            <a:pPr/>
            <a:r>
              <a:t>For more information, contact</a:t>
            </a:r>
          </a:p>
        </p:txBody>
      </p:sp>
      <p:sp>
        <p:nvSpPr>
          <p:cNvPr id="1023" name="Text Placeholder 12"/>
          <p:cNvSpPr/>
          <p:nvPr>
            <p:ph type="body" idx="21"/>
          </p:nvPr>
        </p:nvSpPr>
        <p:spPr>
          <a:prstGeom prst="rect">
            <a:avLst/>
          </a:prstGeom>
          <a:extLst>
            <a:ext uri="{C572A759-6A51-4108-AA02-DFA0A04FC94B}">
              <ma14:wrappingTextBoxFlag xmlns:ma14="http://schemas.microsoft.com/office/mac/drawingml/2011/main" val="1"/>
            </a:ext>
          </a:extLst>
        </p:spPr>
        <p:txBody>
          <a:bodyPr/>
          <a:lstStyle/>
          <a:p>
            <a:pPr/>
            <a:r>
              <a:t>Zoltan Tar</a:t>
            </a:r>
          </a:p>
        </p:txBody>
      </p:sp>
      <p:sp>
        <p:nvSpPr>
          <p:cNvPr id="1024" name="Text Placeholder 13"/>
          <p:cNvSpPr/>
          <p:nvPr>
            <p:ph type="body" idx="22"/>
          </p:nvPr>
        </p:nvSpPr>
        <p:spPr>
          <a:prstGeom prst="rect">
            <a:avLst/>
          </a:prstGeom>
          <a:extLst>
            <a:ext uri="{C572A759-6A51-4108-AA02-DFA0A04FC94B}">
              <ma14:wrappingTextBoxFlag xmlns:ma14="http://schemas.microsoft.com/office/mac/drawingml/2011/main" val="1"/>
            </a:ext>
          </a:extLst>
        </p:spPr>
        <p:txBody>
          <a:bodyPr/>
          <a:lstStyle/>
          <a:p>
            <a:pPr/>
            <a:r>
              <a:t>Software Engineer</a:t>
            </a:r>
          </a:p>
        </p:txBody>
      </p:sp>
      <p:sp>
        <p:nvSpPr>
          <p:cNvPr id="1025" name="Text Placeholder 14"/>
          <p:cNvSpPr/>
          <p:nvPr>
            <p:ph type="body" idx="23"/>
          </p:nvPr>
        </p:nvSpPr>
        <p:spPr>
          <a:prstGeom prst="rect">
            <a:avLst/>
          </a:prstGeom>
          <a:extLst>
            <a:ext uri="{C572A759-6A51-4108-AA02-DFA0A04FC94B}">
              <ma14:wrappingTextBoxFlag xmlns:ma14="http://schemas.microsoft.com/office/mac/drawingml/2011/main" val="1"/>
            </a:ext>
          </a:extLst>
        </p:spPr>
        <p:txBody>
          <a:bodyPr/>
          <a:lstStyle/>
          <a:p>
            <a:pPr/>
            <a:r>
              <a:t>zoltan_tar@epam.com</a:t>
            </a:r>
          </a:p>
        </p:txBody>
      </p:sp>
      <p:sp>
        <p:nvSpPr>
          <p:cNvPr id="1026" name="Text Placeholder 16"/>
          <p:cNvSpPr/>
          <p:nvPr>
            <p:ph type="body" idx="25"/>
          </p:nvPr>
        </p:nvSpPr>
        <p:spPr>
          <a:xfrm>
            <a:off x="7907338" y="4572000"/>
            <a:ext cx="3827463" cy="852990"/>
          </a:xfrm>
          <a:prstGeom prst="rect">
            <a:avLst/>
          </a:prstGeom>
          <a:extLst>
            <a:ext uri="{C572A759-6A51-4108-AA02-DFA0A04FC94B}">
              <ma14:wrappingTextBoxFlag xmlns:ma14="http://schemas.microsoft.com/office/mac/drawingml/2011/main" val="1"/>
            </a:ext>
          </a:extLst>
        </p:spPr>
        <p:txBody>
          <a:bodyPr/>
          <a:lstStyle/>
          <a:p>
            <a:pPr defTabSz="914400">
              <a:spcBef>
                <a:spcPts val="600"/>
              </a:spcBef>
              <a:defRPr sz="1400"/>
            </a:pPr>
            <a:r>
              <a:t>EPAM Debrecen</a:t>
            </a:r>
          </a:p>
          <a:p>
            <a:pPr defTabSz="914400">
              <a:spcBef>
                <a:spcPts val="600"/>
              </a:spcBef>
              <a:defRPr sz="1400"/>
            </a:pPr>
            <a:r>
              <a:t>Tüzér street 4.</a:t>
            </a:r>
          </a:p>
          <a:p>
            <a:pPr defTabSz="914400">
              <a:spcBef>
                <a:spcPts val="600"/>
              </a:spcBef>
              <a:defRPr sz="1400"/>
            </a:pPr>
            <a:r>
              <a:t>HU-4028 Debrecen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EPAM Master 2021.3">
  <a:themeElements>
    <a:clrScheme name="EPAM Master 2021.3">
      <a:dk1>
        <a:srgbClr val="222222"/>
      </a:dk1>
      <a:lt1>
        <a:srgbClr val="FFFFFF"/>
      </a:lt1>
      <a:dk2>
        <a:srgbClr val="A7A7A7"/>
      </a:dk2>
      <a:lt2>
        <a:srgbClr val="535353"/>
      </a:lt2>
      <a:accent1>
        <a:srgbClr val="222222"/>
      </a:accent1>
      <a:accent2>
        <a:srgbClr val="76CDD8"/>
      </a:accent2>
      <a:accent3>
        <a:srgbClr val="FFC000"/>
      </a:accent3>
      <a:accent4>
        <a:srgbClr val="445464"/>
      </a:accent4>
      <a:accent5>
        <a:srgbClr val="008ACE"/>
      </a:accent5>
      <a:accent6>
        <a:srgbClr val="38C2D7"/>
      </a:accent6>
      <a:hlink>
        <a:srgbClr val="0000FF"/>
      </a:hlink>
      <a:folHlink>
        <a:srgbClr val="FF00FF"/>
      </a:folHlink>
    </a:clrScheme>
    <a:fontScheme name="EPAM Master 2021.3">
      <a:majorFont>
        <a:latin typeface="Helvetica"/>
        <a:ea typeface="Helvetica"/>
        <a:cs typeface="Helvetica"/>
      </a:majorFont>
      <a:minorFont>
        <a:latin typeface="Calibri"/>
        <a:ea typeface="Calibri"/>
        <a:cs typeface="Calibri"/>
      </a:minorFont>
    </a:fontScheme>
    <a:fmtScheme name="EPAM Master 2021.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0" tIns="0" rIns="0" bIns="0"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EPAM Master 2021.3">
  <a:themeElements>
    <a:clrScheme name="EPAM Master 2021.3">
      <a:dk1>
        <a:srgbClr val="000000"/>
      </a:dk1>
      <a:lt1>
        <a:srgbClr val="FFFFFF"/>
      </a:lt1>
      <a:dk2>
        <a:srgbClr val="A7A7A7"/>
      </a:dk2>
      <a:lt2>
        <a:srgbClr val="535353"/>
      </a:lt2>
      <a:accent1>
        <a:srgbClr val="222222"/>
      </a:accent1>
      <a:accent2>
        <a:srgbClr val="76CDD8"/>
      </a:accent2>
      <a:accent3>
        <a:srgbClr val="FFC000"/>
      </a:accent3>
      <a:accent4>
        <a:srgbClr val="445464"/>
      </a:accent4>
      <a:accent5>
        <a:srgbClr val="008ACE"/>
      </a:accent5>
      <a:accent6>
        <a:srgbClr val="38C2D7"/>
      </a:accent6>
      <a:hlink>
        <a:srgbClr val="0000FF"/>
      </a:hlink>
      <a:folHlink>
        <a:srgbClr val="FF00FF"/>
      </a:folHlink>
    </a:clrScheme>
    <a:fontScheme name="EPAM Master 2021.3">
      <a:majorFont>
        <a:latin typeface="Helvetica"/>
        <a:ea typeface="Helvetica"/>
        <a:cs typeface="Helvetica"/>
      </a:majorFont>
      <a:minorFont>
        <a:latin typeface="Calibri"/>
        <a:ea typeface="Calibri"/>
        <a:cs typeface="Calibri"/>
      </a:minorFont>
    </a:fontScheme>
    <a:fmtScheme name="EPAM Master 2021.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0" tIns="0" rIns="0" bIns="0"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chemeClr val="accent1"/>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